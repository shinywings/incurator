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media/image4.jpg" ContentType="image/png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0" r:id="rId9"/>
    <p:sldId id="266" r:id="rId10"/>
    <p:sldId id="265" r:id="rId11"/>
    <p:sldId id="264" r:id="rId12"/>
    <p:sldId id="263" r:id="rId13"/>
    <p:sldId id="267" r:id="rId14"/>
    <p:sldId id="271" r:id="rId15"/>
    <p:sldId id="268" r:id="rId16"/>
    <p:sldId id="269" r:id="rId17"/>
  </p:sldIdLst>
  <p:sldSz cx="12192000" cy="6858000"/>
  <p:notesSz cx="6858000" cy="9144000"/>
  <p:defaultTextStyle>
    <a:defPPr>
      <a:defRPr lang="en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7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7A7E4"/>
    <a:srgbClr val="FF0000"/>
    <a:srgbClr val="FFFFFF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46"/>
    <p:restoredTop sz="93210"/>
  </p:normalViewPr>
  <p:slideViewPr>
    <p:cSldViewPr snapToGrid="0">
      <p:cViewPr>
        <p:scale>
          <a:sx n="119" d="100"/>
          <a:sy n="119" d="100"/>
        </p:scale>
        <p:origin x="216" y="784"/>
      </p:cViewPr>
      <p:guideLst>
        <p:guide orient="horz" pos="1979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K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F61B7C-D4FB-EE48-B20A-BC872CC402CA}" type="datetimeFigureOut">
              <a:t>5/11/25</a:t>
            </a:fld>
            <a:endParaRPr lang="en-K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K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K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6F3B8E-ACD1-3445-BDBE-28A11D7761F7}" type="slidenum"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4632558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KR"/>
              <a:t>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6F3B8E-ACD1-3445-BDBE-28A11D7761F7}" type="slidenum">
              <a:t>2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4974972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6F3B8E-ACD1-3445-BDBE-28A11D7761F7}" type="slidenum">
              <a:t>8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9446992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3C748-59A7-61F3-0A3F-B04FB582B8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F6ED9A-16FC-1310-1255-728569258C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41797F-918F-D48A-2EAE-2955D0EBD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1C96B-F3E4-A34D-ACD8-873EE6F6F476}" type="datetimeFigureOut">
              <a:t>5/11/25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0D3FA9-EE2D-6275-46E6-346A4D158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058781-2859-4FE4-962D-87056EB5B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56165-952C-D946-B292-D83D0E2D085D}" type="slidenum"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285997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D7410-F343-D3D1-6EF1-96DC599F4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43ADBC-AA6E-6759-280E-BCD3601D5D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1D6E6D-26F9-4FD7-51DC-551F5D9F79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1C96B-F3E4-A34D-ACD8-873EE6F6F476}" type="datetimeFigureOut">
              <a:t>5/11/25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A19BBE-AD44-9616-45F8-765AA630E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F76F95-61C1-4FF6-5321-CC3E99DF4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56165-952C-D946-B292-D83D0E2D085D}" type="slidenum"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8437256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9D6F6-236F-9B89-A556-7D9BF7A69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795A26-7DDB-E880-8D54-DEB456E4BD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E8B040-635E-8658-B1E3-2C55D9555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1C96B-F3E4-A34D-ACD8-873EE6F6F476}" type="datetimeFigureOut">
              <a:t>5/11/25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CEE5F0-D809-F7D1-D94A-B3EB1101A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3E2CD3-ADA0-ED05-A53F-1483A5269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56165-952C-D946-B292-D83D0E2D085D}" type="slidenum"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9865762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D1A69-4E89-BC5D-368E-D57899C7B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C9930E-BB5A-45FC-F136-744462B862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132D50-3FC5-16D8-5321-6782F2DD72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510AB7-92DD-164E-C508-A2379735C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1C96B-F3E4-A34D-ACD8-873EE6F6F476}" type="datetimeFigureOut">
              <a:t>5/11/25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67284A-19C9-CD3E-F19B-D19CBAEC3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FDDA47-B0D7-B0D8-FD29-6AD61B37A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56165-952C-D946-B292-D83D0E2D085D}" type="slidenum"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42774939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C6FEB-5258-513E-206C-839679ABA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CE544E-CB45-F3DE-089A-EE0595598C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312314-DF5A-6BA5-EF32-CC97701B52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75884F-AB32-DCC3-B6E7-31CED69559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9D00F4-99D8-4A96-552B-753CC9E28F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4D127C-A6C9-CE45-C2D6-716E033ED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1C96B-F3E4-A34D-ACD8-873EE6F6F476}" type="datetimeFigureOut">
              <a:t>5/11/25</a:t>
            </a:fld>
            <a:endParaRPr lang="en-K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921425-A0AD-980B-D390-D046357B3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0E2C25-0FD9-0BE9-6D96-6ED2ADA24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56165-952C-D946-B292-D83D0E2D085D}" type="slidenum"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9669595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AC705-0619-0C7B-E68A-2288D0B85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37155F-8BF9-B582-8031-64D90D324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1C96B-F3E4-A34D-ACD8-873EE6F6F476}" type="datetimeFigureOut">
              <a:t>5/11/25</a:t>
            </a:fld>
            <a:endParaRPr lang="en-K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41DC02-05CF-D488-45E7-4AFC7B1AD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4992E2-5354-D758-E08E-9053CD013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56165-952C-D946-B292-D83D0E2D085D}" type="slidenum"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570197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5568BF-4FE6-C80B-420B-48DCF2FFE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1C96B-F3E4-A34D-ACD8-873EE6F6F476}" type="datetimeFigureOut">
              <a:t>5/11/25</a:t>
            </a:fld>
            <a:endParaRPr lang="en-K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7F1F99-12AC-F031-F241-047C725BE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F5CF11-7658-B04A-5415-13163E5A6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56165-952C-D946-B292-D83D0E2D085D}" type="slidenum"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6980778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435AC-27F2-89AB-08BD-6E6D72E9D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ED3FB8-E833-8D46-99EE-60279F0E0E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D8A54E-56AD-F133-705D-A8B7A25C5F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8B8855-F47C-FB79-D9C5-3DC79605D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1C96B-F3E4-A34D-ACD8-873EE6F6F476}" type="datetimeFigureOut">
              <a:t>5/11/25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B7C2C5-A4E6-6A46-AF9E-DD34F1A29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8D5D85-CDCA-244C-2E97-60BB9F75C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56165-952C-D946-B292-D83D0E2D085D}" type="slidenum"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9902131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C8D63-2023-3176-F782-881B5DA79F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BA373D-5ACE-3F50-8029-2E1C0E0190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K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244384-0726-4BB8-7592-2755A2F652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637676-C9A7-0CC0-D51C-D5BE4A93E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1C96B-F3E4-A34D-ACD8-873EE6F6F476}" type="datetimeFigureOut">
              <a:t>5/11/25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942AA6-C6DC-34F0-4ECD-E905FA694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097EF9-31E8-3D64-E060-5658E220B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56165-952C-D946-B292-D83D0E2D085D}" type="slidenum"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5747247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A1DC7-6ED7-CDE4-7153-3FBAB0C37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FFB2B5-F5B1-5290-5F31-9F03881EDE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D66A5C-6797-547E-BA9E-C2D136BC4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1C96B-F3E4-A34D-ACD8-873EE6F6F476}" type="datetimeFigureOut">
              <a:t>5/11/25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1BF56A-5566-C429-4B55-335609893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A825A-AD88-ED19-2B11-CF333AE8B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56165-952C-D946-B292-D83D0E2D085D}" type="slidenum"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0159691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FDBB1A-5EC8-98AF-F76B-D8CAAB2E7B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80C194-ADFC-8A8F-41A1-F1BAE76B08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D95FEB-DAF4-90E3-1F34-E627B7FD9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1C96B-F3E4-A34D-ACD8-873EE6F6F476}" type="datetimeFigureOut">
              <a:t>5/11/25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F37D0C-EF85-1DD6-4479-1470CCFA6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B91A8F-FFE1-0E22-AA3E-38A690799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56165-952C-D946-B292-D83D0E2D085D}" type="slidenum"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9998965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D19265-532D-A90F-A8E3-2BA87F66A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625FEF-5385-20CD-00CB-5419695CAA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2D0FC5-3515-B8EF-F19F-C65677F8CE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F1C96B-F3E4-A34D-ACD8-873EE6F6F476}" type="datetimeFigureOut">
              <a:t>5/11/25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8CA652-6C52-54C3-3A9B-5AE0F1DF06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7AF326-2992-A0C5-7585-011DA9417F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756165-952C-D946-B292-D83D0E2D085D}" type="slidenum"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7569690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jp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jpg"/><Relationship Id="rId10" Type="http://schemas.openxmlformats.org/officeDocument/2006/relationships/image" Target="../media/image10.png"/><Relationship Id="rId4" Type="http://schemas.openxmlformats.org/officeDocument/2006/relationships/image" Target="../media/image4.jp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12" Type="http://schemas.openxmlformats.org/officeDocument/2006/relationships/image" Target="../media/image4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11" Type="http://schemas.openxmlformats.org/officeDocument/2006/relationships/image" Target="../media/image43.png"/><Relationship Id="rId5" Type="http://schemas.openxmlformats.org/officeDocument/2006/relationships/image" Target="../media/image37.png"/><Relationship Id="rId10" Type="http://schemas.openxmlformats.org/officeDocument/2006/relationships/image" Target="../media/image42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13" Type="http://schemas.openxmlformats.org/officeDocument/2006/relationships/image" Target="../media/image65.png"/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12" Type="http://schemas.openxmlformats.org/officeDocument/2006/relationships/image" Target="../media/image64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8.png"/><Relationship Id="rId11" Type="http://schemas.openxmlformats.org/officeDocument/2006/relationships/image" Target="../media/image63.png"/><Relationship Id="rId5" Type="http://schemas.openxmlformats.org/officeDocument/2006/relationships/image" Target="../media/image57.png"/><Relationship Id="rId10" Type="http://schemas.openxmlformats.org/officeDocument/2006/relationships/image" Target="../media/image62.png"/><Relationship Id="rId4" Type="http://schemas.openxmlformats.org/officeDocument/2006/relationships/image" Target="../media/image56.png"/><Relationship Id="rId9" Type="http://schemas.openxmlformats.org/officeDocument/2006/relationships/image" Target="../media/image6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jp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67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jpg"/><Relationship Id="rId2" Type="http://schemas.openxmlformats.org/officeDocument/2006/relationships/image" Target="../media/image69.jp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4.jpg"/><Relationship Id="rId4" Type="http://schemas.openxmlformats.org/officeDocument/2006/relationships/image" Target="../media/image7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825B51DA-7B4E-BF8A-97EA-4824AC6C7C32}"/>
              </a:ext>
            </a:extLst>
          </p:cNvPr>
          <p:cNvGrpSpPr/>
          <p:nvPr/>
        </p:nvGrpSpPr>
        <p:grpSpPr>
          <a:xfrm>
            <a:off x="2956560" y="772589"/>
            <a:ext cx="8437956" cy="7933878"/>
            <a:chOff x="2956560" y="772589"/>
            <a:chExt cx="8437956" cy="7933878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814B06B6-CE15-59C5-C995-83784FFAC1E0}"/>
                </a:ext>
              </a:extLst>
            </p:cNvPr>
            <p:cNvGrpSpPr/>
            <p:nvPr/>
          </p:nvGrpSpPr>
          <p:grpSpPr>
            <a:xfrm>
              <a:off x="2956560" y="772589"/>
              <a:ext cx="8437956" cy="7933878"/>
              <a:chOff x="2956560" y="772589"/>
              <a:chExt cx="8437956" cy="7933878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1A0E6AAF-9224-6758-2C45-12C18BFC6B80}"/>
                  </a:ext>
                </a:extLst>
              </p:cNvPr>
              <p:cNvGrpSpPr/>
              <p:nvPr/>
            </p:nvGrpSpPr>
            <p:grpSpPr>
              <a:xfrm>
                <a:off x="2956560" y="772589"/>
                <a:ext cx="8437956" cy="7933878"/>
                <a:chOff x="1442644" y="747150"/>
                <a:chExt cx="8437956" cy="7933878"/>
              </a:xfrm>
            </p:grpSpPr>
            <p:pic>
              <p:nvPicPr>
                <p:cNvPr id="2050" name="Picture 2">
                  <a:extLst>
                    <a:ext uri="{FF2B5EF4-FFF2-40B4-BE49-F238E27FC236}">
                      <a16:creationId xmlns:a16="http://schemas.microsoft.com/office/drawing/2014/main" id="{F6DF6916-4E39-57D8-3AE5-D19FAD920FA9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857972" y="878921"/>
                  <a:ext cx="4660900" cy="1495979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2052" name="Picture 4">
                  <a:extLst>
                    <a:ext uri="{FF2B5EF4-FFF2-40B4-BE49-F238E27FC236}">
                      <a16:creationId xmlns:a16="http://schemas.microsoft.com/office/drawing/2014/main" id="{419EFE33-A3F3-5F76-5EEF-A0020BDC441C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442644" y="2628900"/>
                  <a:ext cx="8437956" cy="6052128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8" name="Trapezoid 7">
                  <a:extLst>
                    <a:ext uri="{FF2B5EF4-FFF2-40B4-BE49-F238E27FC236}">
                      <a16:creationId xmlns:a16="http://schemas.microsoft.com/office/drawing/2014/main" id="{6D2B2404-5EE5-7189-4CA8-5DB7ED5A5967}"/>
                    </a:ext>
                  </a:extLst>
                </p:cNvPr>
                <p:cNvSpPr/>
                <p:nvPr/>
              </p:nvSpPr>
              <p:spPr>
                <a:xfrm>
                  <a:off x="1442644" y="2374900"/>
                  <a:ext cx="5504256" cy="254000"/>
                </a:xfrm>
                <a:prstGeom prst="trapezoid">
                  <a:avLst>
                    <a:gd name="adj" fmla="val 117000"/>
                  </a:avLst>
                </a:prstGeom>
                <a:solidFill>
                  <a:srgbClr val="FFC000">
                    <a:alpha val="69804"/>
                  </a:srgbClr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KR"/>
                </a:p>
              </p:txBody>
            </p:sp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02A7680A-6744-D6BD-0386-6CC355E4EC83}"/>
                    </a:ext>
                  </a:extLst>
                </p:cNvPr>
                <p:cNvSpPr/>
                <p:nvPr/>
              </p:nvSpPr>
              <p:spPr>
                <a:xfrm>
                  <a:off x="1718272" y="747150"/>
                  <a:ext cx="4940300" cy="1627750"/>
                </a:xfrm>
                <a:prstGeom prst="rect">
                  <a:avLst/>
                </a:prstGeom>
                <a:noFill/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KR"/>
                </a:p>
              </p:txBody>
            </p:sp>
          </p:grp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9BE6E149-9DAF-EF69-D67F-AFAF92579C81}"/>
                  </a:ext>
                </a:extLst>
              </p:cNvPr>
              <p:cNvSpPr/>
              <p:nvPr/>
            </p:nvSpPr>
            <p:spPr>
              <a:xfrm>
                <a:off x="3448530" y="4083862"/>
                <a:ext cx="336884" cy="336884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/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C37D66B3-7F0A-F085-ACCC-0BD4907BAA03}"/>
                  </a:ext>
                </a:extLst>
              </p:cNvPr>
              <p:cNvSpPr/>
              <p:nvPr/>
            </p:nvSpPr>
            <p:spPr>
              <a:xfrm>
                <a:off x="4309629" y="4397417"/>
                <a:ext cx="336884" cy="336884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/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D3E4CD23-382D-6D2E-0AF8-BBC18817AA2A}"/>
                  </a:ext>
                </a:extLst>
              </p:cNvPr>
              <p:cNvSpPr/>
              <p:nvPr/>
            </p:nvSpPr>
            <p:spPr>
              <a:xfrm>
                <a:off x="4579269" y="3559434"/>
                <a:ext cx="336884" cy="336884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/>
              </a:p>
            </p:txBody>
          </p:sp>
        </p:grp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855BEB7A-9352-F888-88C0-9B37CD0A76C2}"/>
                </a:ext>
              </a:extLst>
            </p:cNvPr>
            <p:cNvSpPr/>
            <p:nvPr/>
          </p:nvSpPr>
          <p:spPr>
            <a:xfrm>
              <a:off x="8933555" y="1066605"/>
              <a:ext cx="336884" cy="336884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8E45CB53-2DEE-9AA0-8C98-90088840E911}"/>
                </a:ext>
              </a:extLst>
            </p:cNvPr>
            <p:cNvSpPr/>
            <p:nvPr/>
          </p:nvSpPr>
          <p:spPr>
            <a:xfrm>
              <a:off x="8933555" y="1860472"/>
              <a:ext cx="336884" cy="336884"/>
            </a:xfrm>
            <a:prstGeom prst="ellipse">
              <a:avLst/>
            </a:prstGeom>
            <a:noFill/>
            <a:ln w="28575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>
                <a:solidFill>
                  <a:srgbClr val="0070C0"/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A8BD2D9-9340-1C3E-9B5D-D68C54106D23}"/>
                </a:ext>
              </a:extLst>
            </p:cNvPr>
            <p:cNvSpPr txBox="1"/>
            <p:nvPr/>
          </p:nvSpPr>
          <p:spPr>
            <a:xfrm>
              <a:off x="9355814" y="1050381"/>
              <a:ext cx="11989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KR"/>
                <a:t>High Freq.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624DD58-389F-1984-AAB5-530F8C9EF5B4}"/>
                </a:ext>
              </a:extLst>
            </p:cNvPr>
            <p:cNvSpPr txBox="1"/>
            <p:nvPr/>
          </p:nvSpPr>
          <p:spPr>
            <a:xfrm>
              <a:off x="9355814" y="1844248"/>
              <a:ext cx="11492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KR"/>
                <a:t>Low Freq.</a:t>
              </a: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BB4CD650-3DDD-A745-20AB-DFBF1F9D5013}"/>
                </a:ext>
              </a:extLst>
            </p:cNvPr>
            <p:cNvSpPr/>
            <p:nvPr/>
          </p:nvSpPr>
          <p:spPr>
            <a:xfrm>
              <a:off x="4141187" y="3092116"/>
              <a:ext cx="336884" cy="336884"/>
            </a:xfrm>
            <a:prstGeom prst="ellipse">
              <a:avLst/>
            </a:prstGeom>
            <a:noFill/>
            <a:ln w="28575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>
                <a:solidFill>
                  <a:srgbClr val="0070C0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B3405861-20A2-8EDA-3A3C-7040E43B3A5F}"/>
                </a:ext>
              </a:extLst>
            </p:cNvPr>
            <p:cNvSpPr/>
            <p:nvPr/>
          </p:nvSpPr>
          <p:spPr>
            <a:xfrm>
              <a:off x="3111646" y="4650528"/>
              <a:ext cx="336884" cy="336884"/>
            </a:xfrm>
            <a:prstGeom prst="ellipse">
              <a:avLst/>
            </a:prstGeom>
            <a:noFill/>
            <a:ln w="28575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>
                <a:solidFill>
                  <a:srgbClr val="0070C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146377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5AC957-0034-73CC-B469-16ADB32FC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9" name="Group 198">
            <a:extLst>
              <a:ext uri="{FF2B5EF4-FFF2-40B4-BE49-F238E27FC236}">
                <a16:creationId xmlns:a16="http://schemas.microsoft.com/office/drawing/2014/main" id="{77C67EF9-AA0A-65D2-8564-0177F21087D7}"/>
              </a:ext>
            </a:extLst>
          </p:cNvPr>
          <p:cNvGrpSpPr/>
          <p:nvPr/>
        </p:nvGrpSpPr>
        <p:grpSpPr>
          <a:xfrm>
            <a:off x="1794136" y="176658"/>
            <a:ext cx="8719793" cy="6701110"/>
            <a:chOff x="1794136" y="176658"/>
            <a:chExt cx="8719793" cy="6701110"/>
          </a:xfrm>
        </p:grpSpPr>
        <p:pic>
          <p:nvPicPr>
            <p:cNvPr id="11" name="Picture 10" descr="A collection of diagrams showing different types of signals&#10;&#10;AI-generated content may be incorrect.">
              <a:extLst>
                <a:ext uri="{FF2B5EF4-FFF2-40B4-BE49-F238E27FC236}">
                  <a16:creationId xmlns:a16="http://schemas.microsoft.com/office/drawing/2014/main" id="{753B20C5-E9E5-6D0C-F8DE-45A4226AC8E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6779"/>
            <a:stretch/>
          </p:blipFill>
          <p:spPr>
            <a:xfrm>
              <a:off x="5791199" y="607931"/>
              <a:ext cx="4460112" cy="6269837"/>
            </a:xfrm>
            <a:prstGeom prst="rect">
              <a:avLst/>
            </a:prstGeom>
          </p:spPr>
        </p:pic>
        <p:grpSp>
          <p:nvGrpSpPr>
            <p:cNvPr id="198" name="Group 197">
              <a:extLst>
                <a:ext uri="{FF2B5EF4-FFF2-40B4-BE49-F238E27FC236}">
                  <a16:creationId xmlns:a16="http://schemas.microsoft.com/office/drawing/2014/main" id="{54DAE67E-3067-9D90-6B50-B6077477E47B}"/>
                </a:ext>
              </a:extLst>
            </p:cNvPr>
            <p:cNvGrpSpPr/>
            <p:nvPr/>
          </p:nvGrpSpPr>
          <p:grpSpPr>
            <a:xfrm>
              <a:off x="1794136" y="176658"/>
              <a:ext cx="8719793" cy="6598775"/>
              <a:chOff x="1794136" y="176658"/>
              <a:chExt cx="8719793" cy="6598775"/>
            </a:xfrm>
          </p:grpSpPr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48E1ACE8-AF49-3049-7847-061C27880DDE}"/>
                  </a:ext>
                </a:extLst>
              </p:cNvPr>
              <p:cNvGrpSpPr/>
              <p:nvPr/>
            </p:nvGrpSpPr>
            <p:grpSpPr>
              <a:xfrm>
                <a:off x="3517880" y="735073"/>
                <a:ext cx="2268118" cy="1097574"/>
                <a:chOff x="6456188" y="104173"/>
                <a:chExt cx="5238239" cy="2534856"/>
              </a:xfrm>
            </p:grpSpPr>
            <p:pic>
              <p:nvPicPr>
                <p:cNvPr id="3" name="Picture 2" descr="A person with big hair and a big smile&#10;&#10;AI-generated content may be incorrect.">
                  <a:extLst>
                    <a:ext uri="{FF2B5EF4-FFF2-40B4-BE49-F238E27FC236}">
                      <a16:creationId xmlns:a16="http://schemas.microsoft.com/office/drawing/2014/main" id="{BC24AA14-F7C9-02A3-A452-8D749443083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rcRect l="31506" t="11567" r="13563" b="3861"/>
                <a:stretch/>
              </p:blipFill>
              <p:spPr>
                <a:xfrm>
                  <a:off x="6456188" y="104173"/>
                  <a:ext cx="2095018" cy="2534856"/>
                </a:xfrm>
                <a:prstGeom prst="rect">
                  <a:avLst/>
                </a:prstGeom>
              </p:spPr>
            </p:pic>
            <p:pic>
              <p:nvPicPr>
                <p:cNvPr id="5" name="Picture 4" descr="A screenshot of a video&#10;&#10;AI-generated content may be incorrect.">
                  <a:extLst>
                    <a:ext uri="{FF2B5EF4-FFF2-40B4-BE49-F238E27FC236}">
                      <a16:creationId xmlns:a16="http://schemas.microsoft.com/office/drawing/2014/main" id="{D149DD0A-3E4B-6C13-760C-23172F8D533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551206" y="104173"/>
                  <a:ext cx="3143221" cy="2534856"/>
                </a:xfrm>
                <a:prstGeom prst="rect">
                  <a:avLst/>
                </a:prstGeom>
              </p:spPr>
            </p:pic>
          </p:grp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4C129F14-AB24-C841-4A60-9F1CA2462236}"/>
                  </a:ext>
                </a:extLst>
              </p:cNvPr>
              <p:cNvGrpSpPr/>
              <p:nvPr/>
            </p:nvGrpSpPr>
            <p:grpSpPr>
              <a:xfrm>
                <a:off x="3482977" y="5616218"/>
                <a:ext cx="2471167" cy="1159215"/>
                <a:chOff x="6456188" y="3301678"/>
                <a:chExt cx="5106921" cy="2395637"/>
              </a:xfrm>
            </p:grpSpPr>
            <p:pic>
              <p:nvPicPr>
                <p:cNvPr id="7" name="Picture 6" descr="A screenshot of a graph&#10;&#10;AI-generated content may be incorrect.">
                  <a:extLst>
                    <a:ext uri="{FF2B5EF4-FFF2-40B4-BE49-F238E27FC236}">
                      <a16:creationId xmlns:a16="http://schemas.microsoft.com/office/drawing/2014/main" id="{78666929-5E5E-A7D0-4597-41623CE8411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rcRect b="4224"/>
                <a:stretch/>
              </p:blipFill>
              <p:spPr>
                <a:xfrm>
                  <a:off x="8551206" y="3301678"/>
                  <a:ext cx="3011903" cy="2395637"/>
                </a:xfrm>
                <a:prstGeom prst="rect">
                  <a:avLst/>
                </a:prstGeom>
              </p:spPr>
            </p:pic>
            <p:pic>
              <p:nvPicPr>
                <p:cNvPr id="9" name="Picture 8" descr="A person smiling and a graph&#10;&#10;AI-generated content may be incorrect.">
                  <a:extLst>
                    <a:ext uri="{FF2B5EF4-FFF2-40B4-BE49-F238E27FC236}">
                      <a16:creationId xmlns:a16="http://schemas.microsoft.com/office/drawing/2014/main" id="{67B3FFB5-A5C4-AE6F-0F41-105305DD8DC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rcRect l="3580" t="15818" r="58638" b="12680"/>
                <a:stretch/>
              </p:blipFill>
              <p:spPr>
                <a:xfrm>
                  <a:off x="6456188" y="3301678"/>
                  <a:ext cx="2095018" cy="2384462"/>
                </a:xfrm>
                <a:prstGeom prst="rect">
                  <a:avLst/>
                </a:prstGeom>
              </p:spPr>
            </p:pic>
          </p:grpSp>
          <p:grpSp>
            <p:nvGrpSpPr>
              <p:cNvPr id="108" name="Group 107">
                <a:extLst>
                  <a:ext uri="{FF2B5EF4-FFF2-40B4-BE49-F238E27FC236}">
                    <a16:creationId xmlns:a16="http://schemas.microsoft.com/office/drawing/2014/main" id="{270982A2-7A0C-4AA3-7A0D-8B6814D7528B}"/>
                  </a:ext>
                </a:extLst>
              </p:cNvPr>
              <p:cNvGrpSpPr/>
              <p:nvPr/>
            </p:nvGrpSpPr>
            <p:grpSpPr>
              <a:xfrm>
                <a:off x="3804424" y="2101251"/>
                <a:ext cx="1689160" cy="699674"/>
                <a:chOff x="1942939" y="4397185"/>
                <a:chExt cx="1884358" cy="780527"/>
              </a:xfrm>
            </p:grpSpPr>
            <p:sp>
              <p:nvSpPr>
                <p:cNvPr id="80" name="Oval 79">
                  <a:extLst>
                    <a:ext uri="{FF2B5EF4-FFF2-40B4-BE49-F238E27FC236}">
                      <a16:creationId xmlns:a16="http://schemas.microsoft.com/office/drawing/2014/main" id="{CF63931C-1BA1-BEE2-71B2-1FDDD39BD44A}"/>
                    </a:ext>
                  </a:extLst>
                </p:cNvPr>
                <p:cNvSpPr/>
                <p:nvPr/>
              </p:nvSpPr>
              <p:spPr>
                <a:xfrm>
                  <a:off x="2058430" y="4653539"/>
                  <a:ext cx="54159" cy="54159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KR"/>
                </a:p>
              </p:txBody>
            </p:sp>
            <p:sp>
              <p:nvSpPr>
                <p:cNvPr id="81" name="Oval 80">
                  <a:extLst>
                    <a:ext uri="{FF2B5EF4-FFF2-40B4-BE49-F238E27FC236}">
                      <a16:creationId xmlns:a16="http://schemas.microsoft.com/office/drawing/2014/main" id="{5D9FFF31-0B9F-72E4-CFEC-7240453B0DCF}"/>
                    </a:ext>
                  </a:extLst>
                </p:cNvPr>
                <p:cNvSpPr/>
                <p:nvPr/>
              </p:nvSpPr>
              <p:spPr>
                <a:xfrm>
                  <a:off x="2126115" y="4801461"/>
                  <a:ext cx="54159" cy="54159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KR"/>
                </a:p>
              </p:txBody>
            </p:sp>
            <p:sp>
              <p:nvSpPr>
                <p:cNvPr id="82" name="Oval 81">
                  <a:extLst>
                    <a:ext uri="{FF2B5EF4-FFF2-40B4-BE49-F238E27FC236}">
                      <a16:creationId xmlns:a16="http://schemas.microsoft.com/office/drawing/2014/main" id="{8DC376E1-E46F-4DEC-8EBF-F718873F0DA9}"/>
                    </a:ext>
                  </a:extLst>
                </p:cNvPr>
                <p:cNvSpPr/>
                <p:nvPr/>
              </p:nvSpPr>
              <p:spPr>
                <a:xfrm>
                  <a:off x="2436312" y="5022242"/>
                  <a:ext cx="54159" cy="54159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KR"/>
                </a:p>
              </p:txBody>
            </p:sp>
            <p:sp>
              <p:nvSpPr>
                <p:cNvPr id="83" name="Oval 82">
                  <a:extLst>
                    <a:ext uri="{FF2B5EF4-FFF2-40B4-BE49-F238E27FC236}">
                      <a16:creationId xmlns:a16="http://schemas.microsoft.com/office/drawing/2014/main" id="{C469871C-B4B7-C226-4267-770C69EFA823}"/>
                    </a:ext>
                  </a:extLst>
                </p:cNvPr>
                <p:cNvSpPr/>
                <p:nvPr/>
              </p:nvSpPr>
              <p:spPr>
                <a:xfrm>
                  <a:off x="3773138" y="4882046"/>
                  <a:ext cx="54159" cy="54159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KR"/>
                </a:p>
              </p:txBody>
            </p:sp>
            <p:sp>
              <p:nvSpPr>
                <p:cNvPr id="84" name="Oval 83">
                  <a:extLst>
                    <a:ext uri="{FF2B5EF4-FFF2-40B4-BE49-F238E27FC236}">
                      <a16:creationId xmlns:a16="http://schemas.microsoft.com/office/drawing/2014/main" id="{6D10F183-13C3-231F-7698-5D4E7FDBDF99}"/>
                    </a:ext>
                  </a:extLst>
                </p:cNvPr>
                <p:cNvSpPr/>
                <p:nvPr/>
              </p:nvSpPr>
              <p:spPr>
                <a:xfrm>
                  <a:off x="3648188" y="4774382"/>
                  <a:ext cx="54159" cy="54159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KR"/>
                </a:p>
              </p:txBody>
            </p:sp>
            <p:sp>
              <p:nvSpPr>
                <p:cNvPr id="85" name="Oval 84">
                  <a:extLst>
                    <a:ext uri="{FF2B5EF4-FFF2-40B4-BE49-F238E27FC236}">
                      <a16:creationId xmlns:a16="http://schemas.microsoft.com/office/drawing/2014/main" id="{9C96675A-498C-048A-C980-01803A26009C}"/>
                    </a:ext>
                  </a:extLst>
                </p:cNvPr>
                <p:cNvSpPr/>
                <p:nvPr/>
              </p:nvSpPr>
              <p:spPr>
                <a:xfrm>
                  <a:off x="3580502" y="4707697"/>
                  <a:ext cx="54159" cy="54159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KR"/>
                </a:p>
              </p:txBody>
            </p:sp>
            <p:sp>
              <p:nvSpPr>
                <p:cNvPr id="86" name="Oval 85">
                  <a:extLst>
                    <a:ext uri="{FF2B5EF4-FFF2-40B4-BE49-F238E27FC236}">
                      <a16:creationId xmlns:a16="http://schemas.microsoft.com/office/drawing/2014/main" id="{D15E9F2D-24F8-7407-4B0D-E0127B7F3BF6}"/>
                    </a:ext>
                  </a:extLst>
                </p:cNvPr>
                <p:cNvSpPr/>
                <p:nvPr/>
              </p:nvSpPr>
              <p:spPr>
                <a:xfrm>
                  <a:off x="3533663" y="4945825"/>
                  <a:ext cx="54159" cy="54159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KR"/>
                </a:p>
              </p:txBody>
            </p:sp>
            <p:sp>
              <p:nvSpPr>
                <p:cNvPr id="87" name="Oval 86">
                  <a:extLst>
                    <a:ext uri="{FF2B5EF4-FFF2-40B4-BE49-F238E27FC236}">
                      <a16:creationId xmlns:a16="http://schemas.microsoft.com/office/drawing/2014/main" id="{826CAD82-96CA-6C10-30BC-C37D742992FE}"/>
                    </a:ext>
                  </a:extLst>
                </p:cNvPr>
                <p:cNvSpPr/>
                <p:nvPr/>
              </p:nvSpPr>
              <p:spPr>
                <a:xfrm>
                  <a:off x="1942939" y="5123553"/>
                  <a:ext cx="54159" cy="54159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KR"/>
                </a:p>
              </p:txBody>
            </p:sp>
            <p:sp>
              <p:nvSpPr>
                <p:cNvPr id="88" name="Oval 87">
                  <a:extLst>
                    <a:ext uri="{FF2B5EF4-FFF2-40B4-BE49-F238E27FC236}">
                      <a16:creationId xmlns:a16="http://schemas.microsoft.com/office/drawing/2014/main" id="{ACE65C83-EE04-DB73-BA18-EE65E3262D0E}"/>
                    </a:ext>
                  </a:extLst>
                </p:cNvPr>
                <p:cNvSpPr/>
                <p:nvPr/>
              </p:nvSpPr>
              <p:spPr>
                <a:xfrm>
                  <a:off x="2322989" y="4397185"/>
                  <a:ext cx="54159" cy="54159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KR"/>
                </a:p>
              </p:txBody>
            </p:sp>
            <p:sp>
              <p:nvSpPr>
                <p:cNvPr id="89" name="Oval 88">
                  <a:extLst>
                    <a:ext uri="{FF2B5EF4-FFF2-40B4-BE49-F238E27FC236}">
                      <a16:creationId xmlns:a16="http://schemas.microsoft.com/office/drawing/2014/main" id="{4E256E1F-0343-0BE4-BA85-B220B5F2BE2D}"/>
                    </a:ext>
                  </a:extLst>
                </p:cNvPr>
                <p:cNvSpPr/>
                <p:nvPr/>
              </p:nvSpPr>
              <p:spPr>
                <a:xfrm>
                  <a:off x="3675001" y="4599380"/>
                  <a:ext cx="54159" cy="54159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KR"/>
                </a:p>
              </p:txBody>
            </p:sp>
            <p:cxnSp>
              <p:nvCxnSpPr>
                <p:cNvPr id="90" name="Straight Connector 89">
                  <a:extLst>
                    <a:ext uri="{FF2B5EF4-FFF2-40B4-BE49-F238E27FC236}">
                      <a16:creationId xmlns:a16="http://schemas.microsoft.com/office/drawing/2014/main" id="{F822315F-FE95-829F-5CE3-67B2C61A119B}"/>
                    </a:ext>
                  </a:extLst>
                </p:cNvPr>
                <p:cNvCxnSpPr>
                  <a:cxnSpLocks/>
                  <a:stCxn id="88" idx="6"/>
                  <a:endCxn id="89" idx="2"/>
                </p:cNvCxnSpPr>
                <p:nvPr/>
              </p:nvCxnSpPr>
              <p:spPr>
                <a:xfrm>
                  <a:off x="2377148" y="4424264"/>
                  <a:ext cx="1297854" cy="202195"/>
                </a:xfrm>
                <a:prstGeom prst="line">
                  <a:avLst/>
                </a:prstGeom>
                <a:ln w="12700">
                  <a:solidFill>
                    <a:srgbClr val="FF0000"/>
                  </a:solidFill>
                  <a:prstDash val="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1" name="Straight Connector 90">
                  <a:extLst>
                    <a:ext uri="{FF2B5EF4-FFF2-40B4-BE49-F238E27FC236}">
                      <a16:creationId xmlns:a16="http://schemas.microsoft.com/office/drawing/2014/main" id="{5D41D0C5-6A6F-23A8-FBD1-80EEF37F8475}"/>
                    </a:ext>
                  </a:extLst>
                </p:cNvPr>
                <p:cNvCxnSpPr>
                  <a:cxnSpLocks/>
                  <a:endCxn id="85" idx="2"/>
                </p:cNvCxnSpPr>
                <p:nvPr/>
              </p:nvCxnSpPr>
              <p:spPr>
                <a:xfrm>
                  <a:off x="2112589" y="4680618"/>
                  <a:ext cx="1467913" cy="54159"/>
                </a:xfrm>
                <a:prstGeom prst="line">
                  <a:avLst/>
                </a:prstGeom>
                <a:ln w="12700">
                  <a:solidFill>
                    <a:srgbClr val="FF0000"/>
                  </a:solidFill>
                  <a:prstDash val="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2" name="Straight Connector 91">
                  <a:extLst>
                    <a:ext uri="{FF2B5EF4-FFF2-40B4-BE49-F238E27FC236}">
                      <a16:creationId xmlns:a16="http://schemas.microsoft.com/office/drawing/2014/main" id="{38F7BF4E-63AE-6D0A-912C-3D8E1D119242}"/>
                    </a:ext>
                  </a:extLst>
                </p:cNvPr>
                <p:cNvCxnSpPr>
                  <a:cxnSpLocks/>
                  <a:endCxn id="84" idx="2"/>
                </p:cNvCxnSpPr>
                <p:nvPr/>
              </p:nvCxnSpPr>
              <p:spPr>
                <a:xfrm flipV="1">
                  <a:off x="2180274" y="4801461"/>
                  <a:ext cx="1467913" cy="29298"/>
                </a:xfrm>
                <a:prstGeom prst="line">
                  <a:avLst/>
                </a:prstGeom>
                <a:ln w="12700">
                  <a:solidFill>
                    <a:srgbClr val="FF0000"/>
                  </a:solidFill>
                  <a:prstDash val="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3" name="Straight Connector 92">
                  <a:extLst>
                    <a:ext uri="{FF2B5EF4-FFF2-40B4-BE49-F238E27FC236}">
                      <a16:creationId xmlns:a16="http://schemas.microsoft.com/office/drawing/2014/main" id="{D6356C5B-4A86-FA28-6E73-FB626871E68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490471" y="4919579"/>
                  <a:ext cx="1275834" cy="125763"/>
                </a:xfrm>
                <a:prstGeom prst="line">
                  <a:avLst/>
                </a:prstGeom>
                <a:ln w="12700">
                  <a:solidFill>
                    <a:srgbClr val="FF0000"/>
                  </a:solidFill>
                  <a:prstDash val="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4" name="Straight Connector 93">
                  <a:extLst>
                    <a:ext uri="{FF2B5EF4-FFF2-40B4-BE49-F238E27FC236}">
                      <a16:creationId xmlns:a16="http://schemas.microsoft.com/office/drawing/2014/main" id="{D0FDC921-8E76-CCD2-39EC-4CA0528210F3}"/>
                    </a:ext>
                  </a:extLst>
                </p:cNvPr>
                <p:cNvCxnSpPr>
                  <a:cxnSpLocks/>
                  <a:stCxn id="87" idx="6"/>
                  <a:endCxn id="86" idx="3"/>
                </p:cNvCxnSpPr>
                <p:nvPr/>
              </p:nvCxnSpPr>
              <p:spPr>
                <a:xfrm flipV="1">
                  <a:off x="1997098" y="4992052"/>
                  <a:ext cx="1544496" cy="158580"/>
                </a:xfrm>
                <a:prstGeom prst="line">
                  <a:avLst/>
                </a:prstGeom>
                <a:ln w="12700">
                  <a:solidFill>
                    <a:srgbClr val="FF0000"/>
                  </a:solidFill>
                  <a:prstDash val="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9" name="Group 118">
                <a:extLst>
                  <a:ext uri="{FF2B5EF4-FFF2-40B4-BE49-F238E27FC236}">
                    <a16:creationId xmlns:a16="http://schemas.microsoft.com/office/drawing/2014/main" id="{46040484-5E6D-11DE-7CA0-DE1FB231488D}"/>
                  </a:ext>
                </a:extLst>
              </p:cNvPr>
              <p:cNvGrpSpPr/>
              <p:nvPr/>
            </p:nvGrpSpPr>
            <p:grpSpPr>
              <a:xfrm rot="2843848">
                <a:off x="2769613" y="4451369"/>
                <a:ext cx="397045" cy="804531"/>
                <a:chOff x="3135975" y="2704093"/>
                <a:chExt cx="397045" cy="804531"/>
              </a:xfrm>
            </p:grpSpPr>
            <p:sp>
              <p:nvSpPr>
                <p:cNvPr id="114" name="Freeform 113">
                  <a:extLst>
                    <a:ext uri="{FF2B5EF4-FFF2-40B4-BE49-F238E27FC236}">
                      <a16:creationId xmlns:a16="http://schemas.microsoft.com/office/drawing/2014/main" id="{633C5C9F-7B5A-48D0-87EA-D21F16D05C90}"/>
                    </a:ext>
                  </a:extLst>
                </p:cNvPr>
                <p:cNvSpPr/>
                <p:nvPr/>
              </p:nvSpPr>
              <p:spPr>
                <a:xfrm rot="18127656">
                  <a:off x="3006006" y="2981609"/>
                  <a:ext cx="681788" cy="372241"/>
                </a:xfrm>
                <a:custGeom>
                  <a:avLst/>
                  <a:gdLst>
                    <a:gd name="connsiteX0" fmla="*/ 0 w 953814"/>
                    <a:gd name="connsiteY0" fmla="*/ 347340 h 520761"/>
                    <a:gd name="connsiteX1" fmla="*/ 220717 w 953814"/>
                    <a:gd name="connsiteY1" fmla="*/ 347340 h 520761"/>
                    <a:gd name="connsiteX2" fmla="*/ 543911 w 953814"/>
                    <a:gd name="connsiteY2" fmla="*/ 499 h 520761"/>
                    <a:gd name="connsiteX3" fmla="*/ 740979 w 953814"/>
                    <a:gd name="connsiteY3" fmla="*/ 434051 h 520761"/>
                    <a:gd name="connsiteX4" fmla="*/ 953814 w 953814"/>
                    <a:gd name="connsiteY4" fmla="*/ 520761 h 5207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53814" h="520761">
                      <a:moveTo>
                        <a:pt x="0" y="347340"/>
                      </a:moveTo>
                      <a:cubicBezTo>
                        <a:pt x="65032" y="376243"/>
                        <a:pt x="130065" y="405147"/>
                        <a:pt x="220717" y="347340"/>
                      </a:cubicBezTo>
                      <a:cubicBezTo>
                        <a:pt x="311369" y="289533"/>
                        <a:pt x="457201" y="-13953"/>
                        <a:pt x="543911" y="499"/>
                      </a:cubicBezTo>
                      <a:cubicBezTo>
                        <a:pt x="630621" y="14951"/>
                        <a:pt x="672662" y="347341"/>
                        <a:pt x="740979" y="434051"/>
                      </a:cubicBezTo>
                      <a:cubicBezTo>
                        <a:pt x="809296" y="520761"/>
                        <a:pt x="868417" y="465582"/>
                        <a:pt x="953814" y="520761"/>
                      </a:cubicBezTo>
                    </a:path>
                  </a:pathLst>
                </a:cu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KR"/>
                </a:p>
              </p:txBody>
            </p:sp>
            <p:sp>
              <p:nvSpPr>
                <p:cNvPr id="118" name="Oval 117">
                  <a:extLst>
                    <a:ext uri="{FF2B5EF4-FFF2-40B4-BE49-F238E27FC236}">
                      <a16:creationId xmlns:a16="http://schemas.microsoft.com/office/drawing/2014/main" id="{A21F32AD-66AB-FFE4-BE8D-102DB26954D2}"/>
                    </a:ext>
                  </a:extLst>
                </p:cNvPr>
                <p:cNvSpPr/>
                <p:nvPr/>
              </p:nvSpPr>
              <p:spPr>
                <a:xfrm rot="18754261">
                  <a:off x="3189530" y="3002773"/>
                  <a:ext cx="46630" cy="4663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KR"/>
                </a:p>
              </p:txBody>
            </p:sp>
            <p:sp>
              <p:nvSpPr>
                <p:cNvPr id="115" name="Oval 114">
                  <a:extLst>
                    <a:ext uri="{FF2B5EF4-FFF2-40B4-BE49-F238E27FC236}">
                      <a16:creationId xmlns:a16="http://schemas.microsoft.com/office/drawing/2014/main" id="{D33F43AB-A8AE-2283-A950-A6308E14C2C1}"/>
                    </a:ext>
                  </a:extLst>
                </p:cNvPr>
                <p:cNvSpPr/>
                <p:nvPr/>
              </p:nvSpPr>
              <p:spPr>
                <a:xfrm rot="18754261">
                  <a:off x="2878189" y="2961879"/>
                  <a:ext cx="661681" cy="146110"/>
                </a:xfrm>
                <a:prstGeom prst="ellipse">
                  <a:avLst/>
                </a:prstGeom>
                <a:solidFill>
                  <a:schemeClr val="accent1">
                    <a:alpha val="49900"/>
                  </a:schemeClr>
                </a:solidFill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KR" sz="1400"/>
                </a:p>
              </p:txBody>
            </p:sp>
          </p:grpSp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F34590D0-B950-DC6E-8F08-E583DA79082F}"/>
                  </a:ext>
                </a:extLst>
              </p:cNvPr>
              <p:cNvSpPr txBox="1"/>
              <p:nvPr/>
            </p:nvSpPr>
            <p:spPr>
              <a:xfrm>
                <a:off x="2463852" y="5032427"/>
                <a:ext cx="917239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KR" sz="1050"/>
                  <a:t>Recon. Filter</a:t>
                </a:r>
              </a:p>
            </p:txBody>
          </p:sp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B678B397-B5E5-16AA-74F3-D525BC25ECD4}"/>
                  </a:ext>
                </a:extLst>
              </p:cNvPr>
              <p:cNvSpPr txBox="1"/>
              <p:nvPr/>
            </p:nvSpPr>
            <p:spPr>
              <a:xfrm>
                <a:off x="4170746" y="176658"/>
                <a:ext cx="82785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KR" b="1"/>
                  <a:t>Image</a:t>
                </a:r>
              </a:p>
            </p:txBody>
          </p:sp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588FCB44-14A5-A840-0FE7-54BF030BD051}"/>
                  </a:ext>
                </a:extLst>
              </p:cNvPr>
              <p:cNvSpPr txBox="1"/>
              <p:nvPr/>
            </p:nvSpPr>
            <p:spPr>
              <a:xfrm>
                <a:off x="6096000" y="176658"/>
                <a:ext cx="179260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KR" b="1"/>
                  <a:t>Spatial Domain</a:t>
                </a:r>
              </a:p>
            </p:txBody>
          </p:sp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38ED9B24-0A71-8717-3DB8-BF431113A513}"/>
                  </a:ext>
                </a:extLst>
              </p:cNvPr>
              <p:cNvSpPr txBox="1"/>
              <p:nvPr/>
            </p:nvSpPr>
            <p:spPr>
              <a:xfrm>
                <a:off x="8021255" y="176658"/>
                <a:ext cx="215712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KR" b="1"/>
                  <a:t>Frequency Domain</a:t>
                </a:r>
              </a:p>
            </p:txBody>
          </p:sp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EE0C23C3-A6EC-A97B-560D-A88351B0C3AE}"/>
                  </a:ext>
                </a:extLst>
              </p:cNvPr>
              <p:cNvSpPr txBox="1"/>
              <p:nvPr/>
            </p:nvSpPr>
            <p:spPr>
              <a:xfrm>
                <a:off x="1878076" y="1082566"/>
                <a:ext cx="44217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KR" b="1"/>
                  <a:t>(a)</a:t>
                </a:r>
              </a:p>
            </p:txBody>
          </p:sp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CAA12DCA-E384-88AB-1450-0224FAF752B8}"/>
                  </a:ext>
                </a:extLst>
              </p:cNvPr>
              <p:cNvSpPr txBox="1"/>
              <p:nvPr/>
            </p:nvSpPr>
            <p:spPr>
              <a:xfrm>
                <a:off x="1878076" y="2338552"/>
                <a:ext cx="4539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KR" b="1"/>
                  <a:t>(b)</a:t>
                </a:r>
              </a:p>
            </p:txBody>
          </p:sp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A4688C6F-43DA-A564-A122-FBE5905219A9}"/>
                  </a:ext>
                </a:extLst>
              </p:cNvPr>
              <p:cNvSpPr txBox="1"/>
              <p:nvPr/>
            </p:nvSpPr>
            <p:spPr>
              <a:xfrm>
                <a:off x="1878076" y="3523173"/>
                <a:ext cx="44217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KR" b="1"/>
                  <a:t>(c)</a:t>
                </a:r>
              </a:p>
            </p:txBody>
          </p:sp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815DA483-A804-1398-1402-71AAFFDBF852}"/>
                  </a:ext>
                </a:extLst>
              </p:cNvPr>
              <p:cNvSpPr txBox="1"/>
              <p:nvPr/>
            </p:nvSpPr>
            <p:spPr>
              <a:xfrm>
                <a:off x="1884219" y="4634220"/>
                <a:ext cx="4539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KR" b="1"/>
                  <a:t>(d)</a:t>
                </a:r>
              </a:p>
            </p:txBody>
          </p:sp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420C328C-FE4E-62BC-6ADE-8A47FEEFF721}"/>
                  </a:ext>
                </a:extLst>
              </p:cNvPr>
              <p:cNvSpPr txBox="1"/>
              <p:nvPr/>
            </p:nvSpPr>
            <p:spPr>
              <a:xfrm>
                <a:off x="1878076" y="5890206"/>
                <a:ext cx="44755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KR" b="1"/>
                  <a:t>(e)</a:t>
                </a:r>
              </a:p>
            </p:txBody>
          </p:sp>
          <p:sp>
            <p:nvSpPr>
              <p:cNvPr id="135" name="Oval 134">
                <a:extLst>
                  <a:ext uri="{FF2B5EF4-FFF2-40B4-BE49-F238E27FC236}">
                    <a16:creationId xmlns:a16="http://schemas.microsoft.com/office/drawing/2014/main" id="{396E5A2E-5D89-672A-6617-DD6F675EC95A}"/>
                  </a:ext>
                </a:extLst>
              </p:cNvPr>
              <p:cNvSpPr/>
              <p:nvPr/>
            </p:nvSpPr>
            <p:spPr>
              <a:xfrm>
                <a:off x="2922472" y="2338552"/>
                <a:ext cx="91327" cy="9521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/>
              </a:p>
            </p:txBody>
          </p:sp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570BD5B5-0C86-50AC-D1C8-12631388F539}"/>
                  </a:ext>
                </a:extLst>
              </p:cNvPr>
              <p:cNvSpPr txBox="1"/>
              <p:nvPr/>
            </p:nvSpPr>
            <p:spPr>
              <a:xfrm>
                <a:off x="2417065" y="2523218"/>
                <a:ext cx="111003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KR" sz="1400"/>
                  <a:t>Input</a:t>
                </a: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38" name="TextBox 137">
                    <a:extLst>
                      <a:ext uri="{FF2B5EF4-FFF2-40B4-BE49-F238E27FC236}">
                        <a16:creationId xmlns:a16="http://schemas.microsoft.com/office/drawing/2014/main" id="{0107E2C5-663F-77C0-88C3-AB8115769379}"/>
                      </a:ext>
                    </a:extLst>
                  </p:cNvPr>
                  <p:cNvSpPr txBox="1"/>
                  <p:nvPr/>
                </p:nvSpPr>
                <p:spPr>
                  <a:xfrm>
                    <a:off x="5749755" y="1135030"/>
                    <a:ext cx="40427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ko-KR" b="0" i="1">
                              <a:latin typeface="Cambria Math" panose="02040503050406030204" pitchFamily="18" charset="0"/>
                            </a:rPr>
                            <m:t>≡</m:t>
                          </m:r>
                        </m:oMath>
                      </m:oMathPara>
                    </a14:m>
                    <a:endParaRPr lang="en-KR"/>
                  </a:p>
                </p:txBody>
              </p:sp>
            </mc:Choice>
            <mc:Fallback>
              <p:sp>
                <p:nvSpPr>
                  <p:cNvPr id="138" name="TextBox 137">
                    <a:extLst>
                      <a:ext uri="{FF2B5EF4-FFF2-40B4-BE49-F238E27FC236}">
                        <a16:creationId xmlns:a16="http://schemas.microsoft.com/office/drawing/2014/main" id="{0107E2C5-663F-77C0-88C3-AB811576937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49755" y="1135030"/>
                    <a:ext cx="404278" cy="369332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K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39" name="TextBox 138">
                    <a:extLst>
                      <a:ext uri="{FF2B5EF4-FFF2-40B4-BE49-F238E27FC236}">
                        <a16:creationId xmlns:a16="http://schemas.microsoft.com/office/drawing/2014/main" id="{DADC8D95-3031-9B98-4284-E20BDD7D598D}"/>
                      </a:ext>
                    </a:extLst>
                  </p:cNvPr>
                  <p:cNvSpPr txBox="1"/>
                  <p:nvPr/>
                </p:nvSpPr>
                <p:spPr>
                  <a:xfrm>
                    <a:off x="5742037" y="2342249"/>
                    <a:ext cx="40427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ko-KR" b="0" i="1">
                              <a:latin typeface="Cambria Math" panose="02040503050406030204" pitchFamily="18" charset="0"/>
                            </a:rPr>
                            <m:t>≡</m:t>
                          </m:r>
                        </m:oMath>
                      </m:oMathPara>
                    </a14:m>
                    <a:endParaRPr lang="en-KR"/>
                  </a:p>
                </p:txBody>
              </p:sp>
            </mc:Choice>
            <mc:Fallback>
              <p:sp>
                <p:nvSpPr>
                  <p:cNvPr id="139" name="TextBox 138">
                    <a:extLst>
                      <a:ext uri="{FF2B5EF4-FFF2-40B4-BE49-F238E27FC236}">
                        <a16:creationId xmlns:a16="http://schemas.microsoft.com/office/drawing/2014/main" id="{DADC8D95-3031-9B98-4284-E20BDD7D598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42037" y="2342249"/>
                    <a:ext cx="404278" cy="369332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K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40" name="TextBox 139">
                    <a:extLst>
                      <a:ext uri="{FF2B5EF4-FFF2-40B4-BE49-F238E27FC236}">
                        <a16:creationId xmlns:a16="http://schemas.microsoft.com/office/drawing/2014/main" id="{80E0FACC-600D-8142-FA05-89EEA0CD9468}"/>
                      </a:ext>
                    </a:extLst>
                  </p:cNvPr>
                  <p:cNvSpPr txBox="1"/>
                  <p:nvPr/>
                </p:nvSpPr>
                <p:spPr>
                  <a:xfrm>
                    <a:off x="5749755" y="3497367"/>
                    <a:ext cx="40427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ko-KR" b="0" i="1">
                              <a:latin typeface="Cambria Math" panose="02040503050406030204" pitchFamily="18" charset="0"/>
                            </a:rPr>
                            <m:t>≡</m:t>
                          </m:r>
                        </m:oMath>
                      </m:oMathPara>
                    </a14:m>
                    <a:endParaRPr lang="en-KR"/>
                  </a:p>
                </p:txBody>
              </p:sp>
            </mc:Choice>
            <mc:Fallback>
              <p:sp>
                <p:nvSpPr>
                  <p:cNvPr id="140" name="TextBox 139">
                    <a:extLst>
                      <a:ext uri="{FF2B5EF4-FFF2-40B4-BE49-F238E27FC236}">
                        <a16:creationId xmlns:a16="http://schemas.microsoft.com/office/drawing/2014/main" id="{80E0FACC-600D-8142-FA05-89EEA0CD946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49755" y="3497367"/>
                    <a:ext cx="404278" cy="369332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K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41" name="TextBox 140">
                    <a:extLst>
                      <a:ext uri="{FF2B5EF4-FFF2-40B4-BE49-F238E27FC236}">
                        <a16:creationId xmlns:a16="http://schemas.microsoft.com/office/drawing/2014/main" id="{C4433D2E-045C-E6C7-2BE7-236CC10880E9}"/>
                      </a:ext>
                    </a:extLst>
                  </p:cNvPr>
                  <p:cNvSpPr txBox="1"/>
                  <p:nvPr/>
                </p:nvSpPr>
                <p:spPr>
                  <a:xfrm>
                    <a:off x="5741011" y="6065403"/>
                    <a:ext cx="40427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ko-KR" b="0" i="1">
                              <a:latin typeface="Cambria Math" panose="02040503050406030204" pitchFamily="18" charset="0"/>
                            </a:rPr>
                            <m:t>≡</m:t>
                          </m:r>
                        </m:oMath>
                      </m:oMathPara>
                    </a14:m>
                    <a:endParaRPr lang="en-KR"/>
                  </a:p>
                </p:txBody>
              </p:sp>
            </mc:Choice>
            <mc:Fallback>
              <p:sp>
                <p:nvSpPr>
                  <p:cNvPr id="141" name="TextBox 140">
                    <a:extLst>
                      <a:ext uri="{FF2B5EF4-FFF2-40B4-BE49-F238E27FC236}">
                        <a16:creationId xmlns:a16="http://schemas.microsoft.com/office/drawing/2014/main" id="{C4433D2E-045C-E6C7-2BE7-236CC10880E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41011" y="6065403"/>
                    <a:ext cx="404278" cy="369332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K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43" name="Group 142">
                <a:extLst>
                  <a:ext uri="{FF2B5EF4-FFF2-40B4-BE49-F238E27FC236}">
                    <a16:creationId xmlns:a16="http://schemas.microsoft.com/office/drawing/2014/main" id="{6948A4F1-62B3-675E-96A4-8012DD342612}"/>
                  </a:ext>
                </a:extLst>
              </p:cNvPr>
              <p:cNvGrpSpPr/>
              <p:nvPr/>
            </p:nvGrpSpPr>
            <p:grpSpPr>
              <a:xfrm>
                <a:off x="3523191" y="3116483"/>
                <a:ext cx="2262807" cy="1141573"/>
                <a:chOff x="857272" y="1944361"/>
                <a:chExt cx="3274402" cy="1584528"/>
              </a:xfrm>
            </p:grpSpPr>
            <p:grpSp>
              <p:nvGrpSpPr>
                <p:cNvPr id="144" name="Group 143">
                  <a:extLst>
                    <a:ext uri="{FF2B5EF4-FFF2-40B4-BE49-F238E27FC236}">
                      <a16:creationId xmlns:a16="http://schemas.microsoft.com/office/drawing/2014/main" id="{A749DA96-751C-F9A4-074D-51EDF5E0BBCF}"/>
                    </a:ext>
                  </a:extLst>
                </p:cNvPr>
                <p:cNvGrpSpPr/>
                <p:nvPr/>
              </p:nvGrpSpPr>
              <p:grpSpPr>
                <a:xfrm>
                  <a:off x="857272" y="1944361"/>
                  <a:ext cx="3274402" cy="1584528"/>
                  <a:chOff x="6456188" y="104173"/>
                  <a:chExt cx="5238241" cy="2534856"/>
                </a:xfrm>
              </p:grpSpPr>
              <p:pic>
                <p:nvPicPr>
                  <p:cNvPr id="160" name="Picture 159" descr="A person with big hair and a big smile&#10;&#10;AI-generated content may be incorrect.">
                    <a:extLst>
                      <a:ext uri="{FF2B5EF4-FFF2-40B4-BE49-F238E27FC236}">
                        <a16:creationId xmlns:a16="http://schemas.microsoft.com/office/drawing/2014/main" id="{3FDC0698-E096-D9D5-CF64-45C19FEC8CE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"/>
                  <a:srcRect l="31506" t="11567" r="13563" b="3861"/>
                  <a:stretch/>
                </p:blipFill>
                <p:spPr>
                  <a:xfrm>
                    <a:off x="6456188" y="104173"/>
                    <a:ext cx="2095018" cy="2534856"/>
                  </a:xfrm>
                  <a:prstGeom prst="rect">
                    <a:avLst/>
                  </a:prstGeom>
                </p:spPr>
              </p:pic>
              <p:pic>
                <p:nvPicPr>
                  <p:cNvPr id="161" name="Picture 160" descr="A screenshot of a video&#10;&#10;AI-generated content may be incorrect.">
                    <a:extLst>
                      <a:ext uri="{FF2B5EF4-FFF2-40B4-BE49-F238E27FC236}">
                        <a16:creationId xmlns:a16="http://schemas.microsoft.com/office/drawing/2014/main" id="{C380A2DB-336D-EC3D-6255-CA97961E75B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8551206" y="104173"/>
                    <a:ext cx="3143221" cy="2534856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145" name="Oval 144">
                  <a:extLst>
                    <a:ext uri="{FF2B5EF4-FFF2-40B4-BE49-F238E27FC236}">
                      <a16:creationId xmlns:a16="http://schemas.microsoft.com/office/drawing/2014/main" id="{B410BBC3-E36D-AEAF-AFE9-7CF265A819C3}"/>
                    </a:ext>
                  </a:extLst>
                </p:cNvPr>
                <p:cNvSpPr/>
                <p:nvPr/>
              </p:nvSpPr>
              <p:spPr>
                <a:xfrm>
                  <a:off x="1344416" y="2554698"/>
                  <a:ext cx="69878" cy="69878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KR"/>
                </a:p>
              </p:txBody>
            </p:sp>
            <p:sp>
              <p:nvSpPr>
                <p:cNvPr id="146" name="Oval 145">
                  <a:extLst>
                    <a:ext uri="{FF2B5EF4-FFF2-40B4-BE49-F238E27FC236}">
                      <a16:creationId xmlns:a16="http://schemas.microsoft.com/office/drawing/2014/main" id="{758B3763-465D-F12E-18A9-24CE3CD40769}"/>
                    </a:ext>
                  </a:extLst>
                </p:cNvPr>
                <p:cNvSpPr/>
                <p:nvPr/>
              </p:nvSpPr>
              <p:spPr>
                <a:xfrm>
                  <a:off x="1431746" y="2745554"/>
                  <a:ext cx="69878" cy="69878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KR"/>
                </a:p>
              </p:txBody>
            </p:sp>
            <p:sp>
              <p:nvSpPr>
                <p:cNvPr id="147" name="Oval 146">
                  <a:extLst>
                    <a:ext uri="{FF2B5EF4-FFF2-40B4-BE49-F238E27FC236}">
                      <a16:creationId xmlns:a16="http://schemas.microsoft.com/office/drawing/2014/main" id="{7A17FF8C-49B4-6511-ECF2-69AB56BDB015}"/>
                    </a:ext>
                  </a:extLst>
                </p:cNvPr>
                <p:cNvSpPr/>
                <p:nvPr/>
              </p:nvSpPr>
              <p:spPr>
                <a:xfrm>
                  <a:off x="1831974" y="3030414"/>
                  <a:ext cx="69878" cy="69878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KR"/>
                </a:p>
              </p:txBody>
            </p:sp>
            <p:sp>
              <p:nvSpPr>
                <p:cNvPr id="148" name="Oval 147">
                  <a:extLst>
                    <a:ext uri="{FF2B5EF4-FFF2-40B4-BE49-F238E27FC236}">
                      <a16:creationId xmlns:a16="http://schemas.microsoft.com/office/drawing/2014/main" id="{308229D5-2243-A078-D79E-C8ED34479C82}"/>
                    </a:ext>
                  </a:extLst>
                </p:cNvPr>
                <p:cNvSpPr/>
                <p:nvPr/>
              </p:nvSpPr>
              <p:spPr>
                <a:xfrm>
                  <a:off x="3556800" y="2849528"/>
                  <a:ext cx="69878" cy="69878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KR"/>
                </a:p>
              </p:txBody>
            </p:sp>
            <p:sp>
              <p:nvSpPr>
                <p:cNvPr id="149" name="Oval 148">
                  <a:extLst>
                    <a:ext uri="{FF2B5EF4-FFF2-40B4-BE49-F238E27FC236}">
                      <a16:creationId xmlns:a16="http://schemas.microsoft.com/office/drawing/2014/main" id="{F20A8EC2-0FF1-360E-CF9D-9141CCF0B925}"/>
                    </a:ext>
                  </a:extLst>
                </p:cNvPr>
                <p:cNvSpPr/>
                <p:nvPr/>
              </p:nvSpPr>
              <p:spPr>
                <a:xfrm>
                  <a:off x="3395584" y="2710615"/>
                  <a:ext cx="69878" cy="69878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KR"/>
                </a:p>
              </p:txBody>
            </p:sp>
            <p:sp>
              <p:nvSpPr>
                <p:cNvPr id="150" name="Oval 149">
                  <a:extLst>
                    <a:ext uri="{FF2B5EF4-FFF2-40B4-BE49-F238E27FC236}">
                      <a16:creationId xmlns:a16="http://schemas.microsoft.com/office/drawing/2014/main" id="{FF39B737-A828-27F8-8CD4-80218E97B849}"/>
                    </a:ext>
                  </a:extLst>
                </p:cNvPr>
                <p:cNvSpPr/>
                <p:nvPr/>
              </p:nvSpPr>
              <p:spPr>
                <a:xfrm>
                  <a:off x="3308254" y="2624576"/>
                  <a:ext cx="69878" cy="69878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KR"/>
                </a:p>
              </p:txBody>
            </p:sp>
            <p:sp>
              <p:nvSpPr>
                <p:cNvPr id="151" name="Oval 150">
                  <a:extLst>
                    <a:ext uri="{FF2B5EF4-FFF2-40B4-BE49-F238E27FC236}">
                      <a16:creationId xmlns:a16="http://schemas.microsoft.com/office/drawing/2014/main" id="{21C705B8-930A-3695-C7C0-14A772E1DC9F}"/>
                    </a:ext>
                  </a:extLst>
                </p:cNvPr>
                <p:cNvSpPr/>
                <p:nvPr/>
              </p:nvSpPr>
              <p:spPr>
                <a:xfrm>
                  <a:off x="3247820" y="2931817"/>
                  <a:ext cx="69878" cy="69878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KR"/>
                </a:p>
              </p:txBody>
            </p:sp>
            <p:sp>
              <p:nvSpPr>
                <p:cNvPr id="152" name="Oval 151">
                  <a:extLst>
                    <a:ext uri="{FF2B5EF4-FFF2-40B4-BE49-F238E27FC236}">
                      <a16:creationId xmlns:a16="http://schemas.microsoft.com/office/drawing/2014/main" id="{37B5DD39-756F-77AC-7395-77119ECD7A10}"/>
                    </a:ext>
                  </a:extLst>
                </p:cNvPr>
                <p:cNvSpPr/>
                <p:nvPr/>
              </p:nvSpPr>
              <p:spPr>
                <a:xfrm>
                  <a:off x="1195405" y="3161129"/>
                  <a:ext cx="69878" cy="69878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KR"/>
                </a:p>
              </p:txBody>
            </p:sp>
            <p:sp>
              <p:nvSpPr>
                <p:cNvPr id="153" name="Oval 152">
                  <a:extLst>
                    <a:ext uri="{FF2B5EF4-FFF2-40B4-BE49-F238E27FC236}">
                      <a16:creationId xmlns:a16="http://schemas.microsoft.com/office/drawing/2014/main" id="{CE4DD152-0326-D907-A078-D614961C4F44}"/>
                    </a:ext>
                  </a:extLst>
                </p:cNvPr>
                <p:cNvSpPr/>
                <p:nvPr/>
              </p:nvSpPr>
              <p:spPr>
                <a:xfrm>
                  <a:off x="1685760" y="2223940"/>
                  <a:ext cx="69878" cy="69878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KR"/>
                </a:p>
              </p:txBody>
            </p:sp>
            <p:sp>
              <p:nvSpPr>
                <p:cNvPr id="154" name="Oval 153">
                  <a:extLst>
                    <a:ext uri="{FF2B5EF4-FFF2-40B4-BE49-F238E27FC236}">
                      <a16:creationId xmlns:a16="http://schemas.microsoft.com/office/drawing/2014/main" id="{C29A13BB-8BC5-F4D7-8910-9CF1C5FBF550}"/>
                    </a:ext>
                  </a:extLst>
                </p:cNvPr>
                <p:cNvSpPr/>
                <p:nvPr/>
              </p:nvSpPr>
              <p:spPr>
                <a:xfrm>
                  <a:off x="3430180" y="2484820"/>
                  <a:ext cx="69878" cy="69878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KR"/>
                </a:p>
              </p:txBody>
            </p:sp>
            <p:cxnSp>
              <p:nvCxnSpPr>
                <p:cNvPr id="155" name="Straight Connector 154">
                  <a:extLst>
                    <a:ext uri="{FF2B5EF4-FFF2-40B4-BE49-F238E27FC236}">
                      <a16:creationId xmlns:a16="http://schemas.microsoft.com/office/drawing/2014/main" id="{CCCE5F09-A67D-E280-9FBE-DA04EE1943F2}"/>
                    </a:ext>
                  </a:extLst>
                </p:cNvPr>
                <p:cNvCxnSpPr>
                  <a:cxnSpLocks/>
                  <a:stCxn id="153" idx="6"/>
                  <a:endCxn id="154" idx="2"/>
                </p:cNvCxnSpPr>
                <p:nvPr/>
              </p:nvCxnSpPr>
              <p:spPr>
                <a:xfrm>
                  <a:off x="1755638" y="2258879"/>
                  <a:ext cx="1674542" cy="260880"/>
                </a:xfrm>
                <a:prstGeom prst="line">
                  <a:avLst/>
                </a:prstGeom>
                <a:ln w="12700">
                  <a:solidFill>
                    <a:srgbClr val="FF0000"/>
                  </a:solidFill>
                  <a:prstDash val="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6" name="Straight Connector 155">
                  <a:extLst>
                    <a:ext uri="{FF2B5EF4-FFF2-40B4-BE49-F238E27FC236}">
                      <a16:creationId xmlns:a16="http://schemas.microsoft.com/office/drawing/2014/main" id="{A36BC08A-CBE7-703A-3811-0F9D41218B81}"/>
                    </a:ext>
                  </a:extLst>
                </p:cNvPr>
                <p:cNvCxnSpPr>
                  <a:cxnSpLocks/>
                  <a:endCxn id="150" idx="2"/>
                </p:cNvCxnSpPr>
                <p:nvPr/>
              </p:nvCxnSpPr>
              <p:spPr>
                <a:xfrm>
                  <a:off x="1414294" y="2589637"/>
                  <a:ext cx="1893960" cy="69878"/>
                </a:xfrm>
                <a:prstGeom prst="line">
                  <a:avLst/>
                </a:prstGeom>
                <a:ln w="12700">
                  <a:solidFill>
                    <a:srgbClr val="FF0000"/>
                  </a:solidFill>
                  <a:prstDash val="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7" name="Straight Connector 156">
                  <a:extLst>
                    <a:ext uri="{FF2B5EF4-FFF2-40B4-BE49-F238E27FC236}">
                      <a16:creationId xmlns:a16="http://schemas.microsoft.com/office/drawing/2014/main" id="{BD6DF8AD-8A29-6707-DB37-821CB4A7139C}"/>
                    </a:ext>
                  </a:extLst>
                </p:cNvPr>
                <p:cNvCxnSpPr>
                  <a:cxnSpLocks/>
                  <a:endCxn id="149" idx="2"/>
                </p:cNvCxnSpPr>
                <p:nvPr/>
              </p:nvCxnSpPr>
              <p:spPr>
                <a:xfrm flipV="1">
                  <a:off x="1501624" y="2745554"/>
                  <a:ext cx="1893960" cy="37802"/>
                </a:xfrm>
                <a:prstGeom prst="line">
                  <a:avLst/>
                </a:prstGeom>
                <a:ln w="12700">
                  <a:solidFill>
                    <a:srgbClr val="FF0000"/>
                  </a:solidFill>
                  <a:prstDash val="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8" name="Straight Connector 157">
                  <a:extLst>
                    <a:ext uri="{FF2B5EF4-FFF2-40B4-BE49-F238E27FC236}">
                      <a16:creationId xmlns:a16="http://schemas.microsoft.com/office/drawing/2014/main" id="{BAB59293-0ADA-E18D-28ED-FA9FC2FDB74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901852" y="2897954"/>
                  <a:ext cx="1646132" cy="162264"/>
                </a:xfrm>
                <a:prstGeom prst="line">
                  <a:avLst/>
                </a:prstGeom>
                <a:ln w="12700">
                  <a:solidFill>
                    <a:srgbClr val="FF0000"/>
                  </a:solidFill>
                  <a:prstDash val="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9" name="Straight Connector 158">
                  <a:extLst>
                    <a:ext uri="{FF2B5EF4-FFF2-40B4-BE49-F238E27FC236}">
                      <a16:creationId xmlns:a16="http://schemas.microsoft.com/office/drawing/2014/main" id="{6447191B-E16A-426D-4CB1-73B758BD299D}"/>
                    </a:ext>
                  </a:extLst>
                </p:cNvPr>
                <p:cNvCxnSpPr>
                  <a:cxnSpLocks/>
                  <a:stCxn id="152" idx="6"/>
                  <a:endCxn id="151" idx="3"/>
                </p:cNvCxnSpPr>
                <p:nvPr/>
              </p:nvCxnSpPr>
              <p:spPr>
                <a:xfrm flipV="1">
                  <a:off x="1265283" y="2991462"/>
                  <a:ext cx="1992770" cy="204606"/>
                </a:xfrm>
                <a:prstGeom prst="line">
                  <a:avLst/>
                </a:prstGeom>
                <a:ln w="12700">
                  <a:solidFill>
                    <a:srgbClr val="FF0000"/>
                  </a:solidFill>
                  <a:prstDash val="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2" name="Group 161">
                <a:extLst>
                  <a:ext uri="{FF2B5EF4-FFF2-40B4-BE49-F238E27FC236}">
                    <a16:creationId xmlns:a16="http://schemas.microsoft.com/office/drawing/2014/main" id="{F8E2D52E-D87E-6360-72CF-6655A850DBE4}"/>
                  </a:ext>
                </a:extLst>
              </p:cNvPr>
              <p:cNvGrpSpPr/>
              <p:nvPr/>
            </p:nvGrpSpPr>
            <p:grpSpPr>
              <a:xfrm>
                <a:off x="3517880" y="4358261"/>
                <a:ext cx="2268118" cy="1097573"/>
                <a:chOff x="1685759" y="2953931"/>
                <a:chExt cx="2537824" cy="1228088"/>
              </a:xfrm>
            </p:grpSpPr>
            <p:grpSp>
              <p:nvGrpSpPr>
                <p:cNvPr id="163" name="Group 162">
                  <a:extLst>
                    <a:ext uri="{FF2B5EF4-FFF2-40B4-BE49-F238E27FC236}">
                      <a16:creationId xmlns:a16="http://schemas.microsoft.com/office/drawing/2014/main" id="{33B73D61-21C9-0FDB-D73B-E317D4C50B36}"/>
                    </a:ext>
                  </a:extLst>
                </p:cNvPr>
                <p:cNvGrpSpPr/>
                <p:nvPr/>
              </p:nvGrpSpPr>
              <p:grpSpPr>
                <a:xfrm>
                  <a:off x="1685759" y="2953931"/>
                  <a:ext cx="2537824" cy="1228088"/>
                  <a:chOff x="6456188" y="104173"/>
                  <a:chExt cx="5238239" cy="2534856"/>
                </a:xfrm>
              </p:grpSpPr>
              <p:pic>
                <p:nvPicPr>
                  <p:cNvPr id="189" name="Picture 188" descr="A person with big hair and a big smile&#10;&#10;AI-generated content may be incorrect.">
                    <a:extLst>
                      <a:ext uri="{FF2B5EF4-FFF2-40B4-BE49-F238E27FC236}">
                        <a16:creationId xmlns:a16="http://schemas.microsoft.com/office/drawing/2014/main" id="{DC6F16E4-6A6D-582C-5CFE-FADED8BF66E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"/>
                  <a:srcRect l="31506" t="11567" r="13563" b="3861"/>
                  <a:stretch/>
                </p:blipFill>
                <p:spPr>
                  <a:xfrm>
                    <a:off x="6456188" y="104173"/>
                    <a:ext cx="2095018" cy="2534856"/>
                  </a:xfrm>
                  <a:prstGeom prst="rect">
                    <a:avLst/>
                  </a:prstGeom>
                </p:spPr>
              </p:pic>
              <p:pic>
                <p:nvPicPr>
                  <p:cNvPr id="190" name="Picture 189" descr="A screenshot of a video&#10;&#10;AI-generated content may be incorrect.">
                    <a:extLst>
                      <a:ext uri="{FF2B5EF4-FFF2-40B4-BE49-F238E27FC236}">
                        <a16:creationId xmlns:a16="http://schemas.microsoft.com/office/drawing/2014/main" id="{B4BC91B7-FD40-DCDF-0332-4E34ED14F0E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8551206" y="104173"/>
                    <a:ext cx="3143221" cy="2534856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164" name="Oval 163">
                  <a:extLst>
                    <a:ext uri="{FF2B5EF4-FFF2-40B4-BE49-F238E27FC236}">
                      <a16:creationId xmlns:a16="http://schemas.microsoft.com/office/drawing/2014/main" id="{6E98B666-71B5-2F08-3091-1E62A76379DF}"/>
                    </a:ext>
                  </a:extLst>
                </p:cNvPr>
                <p:cNvSpPr/>
                <p:nvPr/>
              </p:nvSpPr>
              <p:spPr>
                <a:xfrm>
                  <a:off x="2063319" y="3426973"/>
                  <a:ext cx="54159" cy="54159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KR"/>
                </a:p>
              </p:txBody>
            </p:sp>
            <p:sp>
              <p:nvSpPr>
                <p:cNvPr id="165" name="Oval 164">
                  <a:extLst>
                    <a:ext uri="{FF2B5EF4-FFF2-40B4-BE49-F238E27FC236}">
                      <a16:creationId xmlns:a16="http://schemas.microsoft.com/office/drawing/2014/main" id="{646DC25D-91F1-7D17-3FF7-029DFAA6D784}"/>
                    </a:ext>
                  </a:extLst>
                </p:cNvPr>
                <p:cNvSpPr/>
                <p:nvPr/>
              </p:nvSpPr>
              <p:spPr>
                <a:xfrm>
                  <a:off x="2131004" y="3574895"/>
                  <a:ext cx="54159" cy="54159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KR"/>
                </a:p>
              </p:txBody>
            </p:sp>
            <p:sp>
              <p:nvSpPr>
                <p:cNvPr id="166" name="Oval 165">
                  <a:extLst>
                    <a:ext uri="{FF2B5EF4-FFF2-40B4-BE49-F238E27FC236}">
                      <a16:creationId xmlns:a16="http://schemas.microsoft.com/office/drawing/2014/main" id="{416FBAD8-6DE3-FA55-F160-CD81BA833A08}"/>
                    </a:ext>
                  </a:extLst>
                </p:cNvPr>
                <p:cNvSpPr/>
                <p:nvPr/>
              </p:nvSpPr>
              <p:spPr>
                <a:xfrm>
                  <a:off x="2441201" y="3795676"/>
                  <a:ext cx="54159" cy="54159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KR"/>
                </a:p>
              </p:txBody>
            </p:sp>
            <p:sp>
              <p:nvSpPr>
                <p:cNvPr id="167" name="Oval 166">
                  <a:extLst>
                    <a:ext uri="{FF2B5EF4-FFF2-40B4-BE49-F238E27FC236}">
                      <a16:creationId xmlns:a16="http://schemas.microsoft.com/office/drawing/2014/main" id="{55996512-676F-37BA-26D9-0364DDCE80F4}"/>
                    </a:ext>
                  </a:extLst>
                </p:cNvPr>
                <p:cNvSpPr/>
                <p:nvPr/>
              </p:nvSpPr>
              <p:spPr>
                <a:xfrm>
                  <a:off x="3778027" y="3655480"/>
                  <a:ext cx="54159" cy="54159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KR"/>
                </a:p>
              </p:txBody>
            </p:sp>
            <p:sp>
              <p:nvSpPr>
                <p:cNvPr id="168" name="Oval 167">
                  <a:extLst>
                    <a:ext uri="{FF2B5EF4-FFF2-40B4-BE49-F238E27FC236}">
                      <a16:creationId xmlns:a16="http://schemas.microsoft.com/office/drawing/2014/main" id="{B4500B61-7522-3EBA-9D38-45D98E17689A}"/>
                    </a:ext>
                  </a:extLst>
                </p:cNvPr>
                <p:cNvSpPr/>
                <p:nvPr/>
              </p:nvSpPr>
              <p:spPr>
                <a:xfrm>
                  <a:off x="3653077" y="3547816"/>
                  <a:ext cx="54159" cy="54159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KR"/>
                </a:p>
              </p:txBody>
            </p:sp>
            <p:sp>
              <p:nvSpPr>
                <p:cNvPr id="169" name="Oval 168">
                  <a:extLst>
                    <a:ext uri="{FF2B5EF4-FFF2-40B4-BE49-F238E27FC236}">
                      <a16:creationId xmlns:a16="http://schemas.microsoft.com/office/drawing/2014/main" id="{2E10FCB1-EF83-C62D-F07C-86E4DEEE053B}"/>
                    </a:ext>
                  </a:extLst>
                </p:cNvPr>
                <p:cNvSpPr/>
                <p:nvPr/>
              </p:nvSpPr>
              <p:spPr>
                <a:xfrm>
                  <a:off x="3585391" y="3481131"/>
                  <a:ext cx="54159" cy="54159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KR"/>
                </a:p>
              </p:txBody>
            </p:sp>
            <p:sp>
              <p:nvSpPr>
                <p:cNvPr id="170" name="Oval 169">
                  <a:extLst>
                    <a:ext uri="{FF2B5EF4-FFF2-40B4-BE49-F238E27FC236}">
                      <a16:creationId xmlns:a16="http://schemas.microsoft.com/office/drawing/2014/main" id="{B4E63C6D-A5CA-0DC6-8460-98A0C0946E20}"/>
                    </a:ext>
                  </a:extLst>
                </p:cNvPr>
                <p:cNvSpPr/>
                <p:nvPr/>
              </p:nvSpPr>
              <p:spPr>
                <a:xfrm>
                  <a:off x="3538552" y="3719259"/>
                  <a:ext cx="54159" cy="54159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KR"/>
                </a:p>
              </p:txBody>
            </p:sp>
            <p:sp>
              <p:nvSpPr>
                <p:cNvPr id="171" name="Oval 170">
                  <a:extLst>
                    <a:ext uri="{FF2B5EF4-FFF2-40B4-BE49-F238E27FC236}">
                      <a16:creationId xmlns:a16="http://schemas.microsoft.com/office/drawing/2014/main" id="{3357980D-F665-BF55-FBA1-62479FE61AF9}"/>
                    </a:ext>
                  </a:extLst>
                </p:cNvPr>
                <p:cNvSpPr/>
                <p:nvPr/>
              </p:nvSpPr>
              <p:spPr>
                <a:xfrm>
                  <a:off x="1947828" y="3896987"/>
                  <a:ext cx="54159" cy="54159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KR"/>
                </a:p>
              </p:txBody>
            </p:sp>
            <p:sp>
              <p:nvSpPr>
                <p:cNvPr id="172" name="Oval 171">
                  <a:extLst>
                    <a:ext uri="{FF2B5EF4-FFF2-40B4-BE49-F238E27FC236}">
                      <a16:creationId xmlns:a16="http://schemas.microsoft.com/office/drawing/2014/main" id="{49721A84-0991-2564-F003-54D42DAA44B3}"/>
                    </a:ext>
                  </a:extLst>
                </p:cNvPr>
                <p:cNvSpPr/>
                <p:nvPr/>
              </p:nvSpPr>
              <p:spPr>
                <a:xfrm>
                  <a:off x="2327878" y="3170619"/>
                  <a:ext cx="54159" cy="54159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KR"/>
                </a:p>
              </p:txBody>
            </p:sp>
            <p:sp>
              <p:nvSpPr>
                <p:cNvPr id="173" name="Oval 172">
                  <a:extLst>
                    <a:ext uri="{FF2B5EF4-FFF2-40B4-BE49-F238E27FC236}">
                      <a16:creationId xmlns:a16="http://schemas.microsoft.com/office/drawing/2014/main" id="{9B5BA817-695A-0182-2E55-99E5E1C62CF2}"/>
                    </a:ext>
                  </a:extLst>
                </p:cNvPr>
                <p:cNvSpPr/>
                <p:nvPr/>
              </p:nvSpPr>
              <p:spPr>
                <a:xfrm>
                  <a:off x="3679890" y="3372814"/>
                  <a:ext cx="54159" cy="54159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KR"/>
                </a:p>
              </p:txBody>
            </p:sp>
            <p:cxnSp>
              <p:nvCxnSpPr>
                <p:cNvPr id="174" name="Straight Connector 173">
                  <a:extLst>
                    <a:ext uri="{FF2B5EF4-FFF2-40B4-BE49-F238E27FC236}">
                      <a16:creationId xmlns:a16="http://schemas.microsoft.com/office/drawing/2014/main" id="{707F5C1D-0E27-08F3-8A7E-F73A6072F6BD}"/>
                    </a:ext>
                  </a:extLst>
                </p:cNvPr>
                <p:cNvCxnSpPr>
                  <a:cxnSpLocks/>
                  <a:stCxn id="172" idx="6"/>
                  <a:endCxn id="173" idx="2"/>
                </p:cNvCxnSpPr>
                <p:nvPr/>
              </p:nvCxnSpPr>
              <p:spPr>
                <a:xfrm>
                  <a:off x="2382037" y="3197698"/>
                  <a:ext cx="1297854" cy="202195"/>
                </a:xfrm>
                <a:prstGeom prst="line">
                  <a:avLst/>
                </a:prstGeom>
                <a:ln w="12700">
                  <a:solidFill>
                    <a:srgbClr val="FF0000"/>
                  </a:solidFill>
                  <a:prstDash val="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5" name="Straight Connector 174">
                  <a:extLst>
                    <a:ext uri="{FF2B5EF4-FFF2-40B4-BE49-F238E27FC236}">
                      <a16:creationId xmlns:a16="http://schemas.microsoft.com/office/drawing/2014/main" id="{14AAFDE8-1166-6DE1-DCE9-5AF0A7432E94}"/>
                    </a:ext>
                  </a:extLst>
                </p:cNvPr>
                <p:cNvCxnSpPr>
                  <a:cxnSpLocks/>
                  <a:endCxn id="169" idx="2"/>
                </p:cNvCxnSpPr>
                <p:nvPr/>
              </p:nvCxnSpPr>
              <p:spPr>
                <a:xfrm>
                  <a:off x="2117478" y="3454052"/>
                  <a:ext cx="1467913" cy="54159"/>
                </a:xfrm>
                <a:prstGeom prst="line">
                  <a:avLst/>
                </a:prstGeom>
                <a:ln w="12700">
                  <a:solidFill>
                    <a:srgbClr val="FF0000"/>
                  </a:solidFill>
                  <a:prstDash val="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6" name="Straight Connector 175">
                  <a:extLst>
                    <a:ext uri="{FF2B5EF4-FFF2-40B4-BE49-F238E27FC236}">
                      <a16:creationId xmlns:a16="http://schemas.microsoft.com/office/drawing/2014/main" id="{7D26E2B7-2BFB-ABD0-0270-67D4763CF663}"/>
                    </a:ext>
                  </a:extLst>
                </p:cNvPr>
                <p:cNvCxnSpPr>
                  <a:cxnSpLocks/>
                  <a:endCxn id="168" idx="2"/>
                </p:cNvCxnSpPr>
                <p:nvPr/>
              </p:nvCxnSpPr>
              <p:spPr>
                <a:xfrm flipV="1">
                  <a:off x="2185163" y="3574895"/>
                  <a:ext cx="1467913" cy="29298"/>
                </a:xfrm>
                <a:prstGeom prst="line">
                  <a:avLst/>
                </a:prstGeom>
                <a:ln w="12700">
                  <a:solidFill>
                    <a:srgbClr val="FF0000"/>
                  </a:solidFill>
                  <a:prstDash val="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7" name="Straight Connector 176">
                  <a:extLst>
                    <a:ext uri="{FF2B5EF4-FFF2-40B4-BE49-F238E27FC236}">
                      <a16:creationId xmlns:a16="http://schemas.microsoft.com/office/drawing/2014/main" id="{8D3B77E2-EA47-98D6-C7F5-C370EB8C375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495360" y="3693013"/>
                  <a:ext cx="1275834" cy="125763"/>
                </a:xfrm>
                <a:prstGeom prst="line">
                  <a:avLst/>
                </a:prstGeom>
                <a:ln w="12700">
                  <a:solidFill>
                    <a:srgbClr val="FF0000"/>
                  </a:solidFill>
                  <a:prstDash val="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8" name="Straight Connector 177">
                  <a:extLst>
                    <a:ext uri="{FF2B5EF4-FFF2-40B4-BE49-F238E27FC236}">
                      <a16:creationId xmlns:a16="http://schemas.microsoft.com/office/drawing/2014/main" id="{64BA35E0-5D48-D2E2-2C53-B9AD1A883E60}"/>
                    </a:ext>
                  </a:extLst>
                </p:cNvPr>
                <p:cNvCxnSpPr>
                  <a:cxnSpLocks/>
                  <a:stCxn id="171" idx="6"/>
                  <a:endCxn id="170" idx="3"/>
                </p:cNvCxnSpPr>
                <p:nvPr/>
              </p:nvCxnSpPr>
              <p:spPr>
                <a:xfrm flipV="1">
                  <a:off x="2001987" y="3765486"/>
                  <a:ext cx="1544496" cy="158580"/>
                </a:xfrm>
                <a:prstGeom prst="line">
                  <a:avLst/>
                </a:prstGeom>
                <a:ln w="12700">
                  <a:solidFill>
                    <a:srgbClr val="FF0000"/>
                  </a:solidFill>
                  <a:prstDash val="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79" name="Oval 178">
                  <a:extLst>
                    <a:ext uri="{FF2B5EF4-FFF2-40B4-BE49-F238E27FC236}">
                      <a16:creationId xmlns:a16="http://schemas.microsoft.com/office/drawing/2014/main" id="{6D868EF3-A47B-A467-1F6A-32265A3FBCF9}"/>
                    </a:ext>
                  </a:extLst>
                </p:cNvPr>
                <p:cNvSpPr/>
                <p:nvPr/>
              </p:nvSpPr>
              <p:spPr>
                <a:xfrm rot="20935496">
                  <a:off x="2195341" y="3140822"/>
                  <a:ext cx="344080" cy="118596"/>
                </a:xfrm>
                <a:prstGeom prst="ellipse">
                  <a:avLst/>
                </a:prstGeom>
                <a:solidFill>
                  <a:schemeClr val="accent1">
                    <a:alpha val="49900"/>
                  </a:schemeClr>
                </a:solidFill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KR" sz="1400"/>
                </a:p>
              </p:txBody>
            </p:sp>
            <p:sp>
              <p:nvSpPr>
                <p:cNvPr id="180" name="Oval 179">
                  <a:extLst>
                    <a:ext uri="{FF2B5EF4-FFF2-40B4-BE49-F238E27FC236}">
                      <a16:creationId xmlns:a16="http://schemas.microsoft.com/office/drawing/2014/main" id="{90D26BA5-DCE1-B4E2-CFE3-2B9142B50EBB}"/>
                    </a:ext>
                  </a:extLst>
                </p:cNvPr>
                <p:cNvSpPr/>
                <p:nvPr/>
              </p:nvSpPr>
              <p:spPr>
                <a:xfrm rot="19721655">
                  <a:off x="1833154" y="3362933"/>
                  <a:ext cx="520617" cy="179444"/>
                </a:xfrm>
                <a:prstGeom prst="ellipse">
                  <a:avLst/>
                </a:prstGeom>
                <a:solidFill>
                  <a:schemeClr val="accent1">
                    <a:alpha val="49900"/>
                  </a:schemeClr>
                </a:solidFill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KR" sz="1400"/>
                </a:p>
              </p:txBody>
            </p:sp>
            <p:sp>
              <p:nvSpPr>
                <p:cNvPr id="181" name="Oval 180">
                  <a:extLst>
                    <a:ext uri="{FF2B5EF4-FFF2-40B4-BE49-F238E27FC236}">
                      <a16:creationId xmlns:a16="http://schemas.microsoft.com/office/drawing/2014/main" id="{B28DB7F3-787A-7220-4663-B7810495404B}"/>
                    </a:ext>
                  </a:extLst>
                </p:cNvPr>
                <p:cNvSpPr/>
                <p:nvPr/>
              </p:nvSpPr>
              <p:spPr>
                <a:xfrm rot="21303941">
                  <a:off x="1898970" y="3502377"/>
                  <a:ext cx="520617" cy="179444"/>
                </a:xfrm>
                <a:prstGeom prst="ellipse">
                  <a:avLst/>
                </a:prstGeom>
                <a:solidFill>
                  <a:schemeClr val="accent1">
                    <a:alpha val="49900"/>
                  </a:schemeClr>
                </a:solidFill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KR" sz="1400"/>
                </a:p>
              </p:txBody>
            </p:sp>
            <p:sp>
              <p:nvSpPr>
                <p:cNvPr id="182" name="Oval 181">
                  <a:extLst>
                    <a:ext uri="{FF2B5EF4-FFF2-40B4-BE49-F238E27FC236}">
                      <a16:creationId xmlns:a16="http://schemas.microsoft.com/office/drawing/2014/main" id="{F6285A42-D7F9-31C2-806E-48A64F2B20C9}"/>
                    </a:ext>
                  </a:extLst>
                </p:cNvPr>
                <p:cNvSpPr/>
                <p:nvPr/>
              </p:nvSpPr>
              <p:spPr>
                <a:xfrm rot="18220363">
                  <a:off x="2210297" y="3733781"/>
                  <a:ext cx="520617" cy="179444"/>
                </a:xfrm>
                <a:prstGeom prst="ellipse">
                  <a:avLst/>
                </a:prstGeom>
                <a:solidFill>
                  <a:schemeClr val="accent1">
                    <a:alpha val="49900"/>
                  </a:schemeClr>
                </a:solidFill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KR" sz="1400"/>
                </a:p>
              </p:txBody>
            </p:sp>
            <p:sp>
              <p:nvSpPr>
                <p:cNvPr id="183" name="Oval 182">
                  <a:extLst>
                    <a:ext uri="{FF2B5EF4-FFF2-40B4-BE49-F238E27FC236}">
                      <a16:creationId xmlns:a16="http://schemas.microsoft.com/office/drawing/2014/main" id="{D04ACA34-333C-C798-2658-2DF184A9036C}"/>
                    </a:ext>
                  </a:extLst>
                </p:cNvPr>
                <p:cNvSpPr/>
                <p:nvPr/>
              </p:nvSpPr>
              <p:spPr>
                <a:xfrm rot="19381651">
                  <a:off x="1720487" y="3825918"/>
                  <a:ext cx="520617" cy="179444"/>
                </a:xfrm>
                <a:prstGeom prst="ellipse">
                  <a:avLst/>
                </a:prstGeom>
                <a:solidFill>
                  <a:schemeClr val="accent1">
                    <a:alpha val="49900"/>
                  </a:schemeClr>
                </a:solidFill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KR" sz="1400"/>
                </a:p>
              </p:txBody>
            </p:sp>
            <p:sp>
              <p:nvSpPr>
                <p:cNvPr id="184" name="Oval 183">
                  <a:extLst>
                    <a:ext uri="{FF2B5EF4-FFF2-40B4-BE49-F238E27FC236}">
                      <a16:creationId xmlns:a16="http://schemas.microsoft.com/office/drawing/2014/main" id="{B5672B58-AF7B-2BAD-5F59-376E61DEF099}"/>
                    </a:ext>
                  </a:extLst>
                </p:cNvPr>
                <p:cNvSpPr/>
                <p:nvPr/>
              </p:nvSpPr>
              <p:spPr>
                <a:xfrm rot="19381651">
                  <a:off x="3421057" y="3700753"/>
                  <a:ext cx="264515" cy="91172"/>
                </a:xfrm>
                <a:prstGeom prst="ellipse">
                  <a:avLst/>
                </a:prstGeom>
                <a:solidFill>
                  <a:schemeClr val="accent1">
                    <a:alpha val="49900"/>
                  </a:schemeClr>
                </a:solidFill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KR" sz="1400"/>
                </a:p>
              </p:txBody>
            </p:sp>
            <p:sp>
              <p:nvSpPr>
                <p:cNvPr id="185" name="Oval 184">
                  <a:extLst>
                    <a:ext uri="{FF2B5EF4-FFF2-40B4-BE49-F238E27FC236}">
                      <a16:creationId xmlns:a16="http://schemas.microsoft.com/office/drawing/2014/main" id="{BF058367-DA91-7B1B-FB5B-CA256CAEAA31}"/>
                    </a:ext>
                  </a:extLst>
                </p:cNvPr>
                <p:cNvSpPr/>
                <p:nvPr/>
              </p:nvSpPr>
              <p:spPr>
                <a:xfrm rot="18054099">
                  <a:off x="3682374" y="3626599"/>
                  <a:ext cx="264515" cy="91172"/>
                </a:xfrm>
                <a:prstGeom prst="ellipse">
                  <a:avLst/>
                </a:prstGeom>
                <a:solidFill>
                  <a:schemeClr val="accent1">
                    <a:alpha val="49900"/>
                  </a:schemeClr>
                </a:solidFill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KR" sz="1400"/>
                </a:p>
              </p:txBody>
            </p:sp>
            <p:sp>
              <p:nvSpPr>
                <p:cNvPr id="186" name="Oval 185">
                  <a:extLst>
                    <a:ext uri="{FF2B5EF4-FFF2-40B4-BE49-F238E27FC236}">
                      <a16:creationId xmlns:a16="http://schemas.microsoft.com/office/drawing/2014/main" id="{44E101CD-8164-68BA-2771-AEB6B1BCF82A}"/>
                    </a:ext>
                  </a:extLst>
                </p:cNvPr>
                <p:cNvSpPr/>
                <p:nvPr/>
              </p:nvSpPr>
              <p:spPr>
                <a:xfrm rot="20050667">
                  <a:off x="3556403" y="3529309"/>
                  <a:ext cx="264515" cy="91172"/>
                </a:xfrm>
                <a:prstGeom prst="ellipse">
                  <a:avLst/>
                </a:prstGeom>
                <a:solidFill>
                  <a:schemeClr val="accent1">
                    <a:alpha val="49900"/>
                  </a:schemeClr>
                </a:solidFill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KR" sz="1400"/>
                </a:p>
              </p:txBody>
            </p:sp>
            <p:sp>
              <p:nvSpPr>
                <p:cNvPr id="187" name="Oval 186">
                  <a:extLst>
                    <a:ext uri="{FF2B5EF4-FFF2-40B4-BE49-F238E27FC236}">
                      <a16:creationId xmlns:a16="http://schemas.microsoft.com/office/drawing/2014/main" id="{6D9595F1-0B49-90FF-55F4-F883AF4E13D4}"/>
                    </a:ext>
                  </a:extLst>
                </p:cNvPr>
                <p:cNvSpPr/>
                <p:nvPr/>
              </p:nvSpPr>
              <p:spPr>
                <a:xfrm rot="20050667">
                  <a:off x="3576384" y="3351455"/>
                  <a:ext cx="264515" cy="91172"/>
                </a:xfrm>
                <a:prstGeom prst="ellipse">
                  <a:avLst/>
                </a:prstGeom>
                <a:solidFill>
                  <a:schemeClr val="accent1">
                    <a:alpha val="49900"/>
                  </a:schemeClr>
                </a:solidFill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KR" sz="1400"/>
                </a:p>
              </p:txBody>
            </p:sp>
            <p:sp>
              <p:nvSpPr>
                <p:cNvPr id="188" name="Oval 187">
                  <a:extLst>
                    <a:ext uri="{FF2B5EF4-FFF2-40B4-BE49-F238E27FC236}">
                      <a16:creationId xmlns:a16="http://schemas.microsoft.com/office/drawing/2014/main" id="{CD2094C1-0A82-E993-C1A2-87F98E92D469}"/>
                    </a:ext>
                  </a:extLst>
                </p:cNvPr>
                <p:cNvSpPr/>
                <p:nvPr/>
              </p:nvSpPr>
              <p:spPr>
                <a:xfrm rot="18833700">
                  <a:off x="3480211" y="3462072"/>
                  <a:ext cx="264515" cy="91172"/>
                </a:xfrm>
                <a:prstGeom prst="ellipse">
                  <a:avLst/>
                </a:prstGeom>
                <a:solidFill>
                  <a:schemeClr val="accent1">
                    <a:alpha val="49900"/>
                  </a:schemeClr>
                </a:solidFill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KR" sz="1400"/>
                </a:p>
              </p:txBody>
            </p:sp>
          </p:grp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91" name="TextBox 190">
                    <a:extLst>
                      <a:ext uri="{FF2B5EF4-FFF2-40B4-BE49-F238E27FC236}">
                        <a16:creationId xmlns:a16="http://schemas.microsoft.com/office/drawing/2014/main" id="{4356632F-6FBE-1CC2-8697-A680188208FE}"/>
                      </a:ext>
                    </a:extLst>
                  </p:cNvPr>
                  <p:cNvSpPr txBox="1"/>
                  <p:nvPr/>
                </p:nvSpPr>
                <p:spPr>
                  <a:xfrm>
                    <a:off x="5741011" y="4736453"/>
                    <a:ext cx="40427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ko-KR" b="0" i="1">
                              <a:latin typeface="Cambria Math" panose="02040503050406030204" pitchFamily="18" charset="0"/>
                            </a:rPr>
                            <m:t>≡</m:t>
                          </m:r>
                        </m:oMath>
                      </m:oMathPara>
                    </a14:m>
                    <a:endParaRPr lang="en-KR"/>
                  </a:p>
                </p:txBody>
              </p:sp>
            </mc:Choice>
            <mc:Fallback>
              <p:sp>
                <p:nvSpPr>
                  <p:cNvPr id="191" name="TextBox 190">
                    <a:extLst>
                      <a:ext uri="{FF2B5EF4-FFF2-40B4-BE49-F238E27FC236}">
                        <a16:creationId xmlns:a16="http://schemas.microsoft.com/office/drawing/2014/main" id="{4356632F-6FBE-1CC2-8697-A680188208F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41011" y="4736453"/>
                    <a:ext cx="404278" cy="369332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K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94" name="Straight Connector 193">
                <a:extLst>
                  <a:ext uri="{FF2B5EF4-FFF2-40B4-BE49-F238E27FC236}">
                    <a16:creationId xmlns:a16="http://schemas.microsoft.com/office/drawing/2014/main" id="{C96D9513-546F-3A55-5893-7E0AA3269369}"/>
                  </a:ext>
                </a:extLst>
              </p:cNvPr>
              <p:cNvCxnSpPr/>
              <p:nvPr/>
            </p:nvCxnSpPr>
            <p:spPr>
              <a:xfrm>
                <a:off x="1794136" y="1923068"/>
                <a:ext cx="8719793" cy="0"/>
              </a:xfrm>
              <a:prstGeom prst="line">
                <a:avLst/>
              </a:prstGeom>
              <a:ln>
                <a:prstDash val="dash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95" name="TextBox 194">
                <a:extLst>
                  <a:ext uri="{FF2B5EF4-FFF2-40B4-BE49-F238E27FC236}">
                    <a16:creationId xmlns:a16="http://schemas.microsoft.com/office/drawing/2014/main" id="{B56C1814-CE52-9ED1-720A-125E59D9AA75}"/>
                  </a:ext>
                </a:extLst>
              </p:cNvPr>
              <p:cNvSpPr txBox="1"/>
              <p:nvPr/>
            </p:nvSpPr>
            <p:spPr>
              <a:xfrm>
                <a:off x="2417065" y="1082566"/>
                <a:ext cx="101081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KR" sz="1600"/>
                  <a:t>Target</a:t>
                </a:r>
              </a:p>
            </p:txBody>
          </p:sp>
          <p:sp>
            <p:nvSpPr>
              <p:cNvPr id="196" name="TextBox 195">
                <a:extLst>
                  <a:ext uri="{FF2B5EF4-FFF2-40B4-BE49-F238E27FC236}">
                    <a16:creationId xmlns:a16="http://schemas.microsoft.com/office/drawing/2014/main" id="{D71A4A36-39EB-A71C-5631-72B246F2DA16}"/>
                  </a:ext>
                </a:extLst>
              </p:cNvPr>
              <p:cNvSpPr txBox="1"/>
              <p:nvPr/>
            </p:nvSpPr>
            <p:spPr>
              <a:xfrm>
                <a:off x="2332046" y="5926903"/>
                <a:ext cx="111003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KR" sz="1600"/>
                  <a:t>Output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426502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AAA8D-D4C8-7916-3562-A60664C1D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3FF27F8A-2302-DCB8-5C7E-55F44B570FDB}"/>
              </a:ext>
            </a:extLst>
          </p:cNvPr>
          <p:cNvGrpSpPr/>
          <p:nvPr/>
        </p:nvGrpSpPr>
        <p:grpSpPr>
          <a:xfrm>
            <a:off x="101512" y="1991637"/>
            <a:ext cx="11501751" cy="3899651"/>
            <a:chOff x="101512" y="1991637"/>
            <a:chExt cx="11501751" cy="3899651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06826FD1-DBF2-8E0A-F6D2-39785E14EC8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1512" y="1991637"/>
              <a:ext cx="11501751" cy="3106455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F0B2E824-E6A0-858E-43D7-A6014CEEEA04}"/>
                    </a:ext>
                  </a:extLst>
                </p:cNvPr>
                <p:cNvSpPr txBox="1"/>
                <p:nvPr/>
              </p:nvSpPr>
              <p:spPr>
                <a:xfrm>
                  <a:off x="2052902" y="2462205"/>
                  <a:ext cx="845544" cy="97647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0" i="1">
                            <a:latin typeface="Cambria Math" panose="02040503050406030204" pitchFamily="18" charset="0"/>
                          </a:rPr>
                          <m:t>𝜌</m:t>
                        </m:r>
                      </m:oMath>
                    </m:oMathPara>
                  </a14:m>
                  <a:endParaRPr lang="en-KR" sz="3200"/>
                </a:p>
              </p:txBody>
            </p:sp>
          </mc:Choice>
          <mc:Fallback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F0B2E824-E6A0-858E-43D7-A6014CEEEA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52902" y="2462205"/>
                  <a:ext cx="845544" cy="97647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BBA2C5F7-D7CA-F588-4AD4-A027BB19FD74}"/>
                    </a:ext>
                  </a:extLst>
                </p:cNvPr>
                <p:cNvSpPr txBox="1"/>
                <p:nvPr/>
              </p:nvSpPr>
              <p:spPr>
                <a:xfrm>
                  <a:off x="3990647" y="2452530"/>
                  <a:ext cx="930754" cy="97647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0" i="1">
                            <a:latin typeface="Cambria Math" panose="02040503050406030204" pitchFamily="18" charset="0"/>
                          </a:rPr>
                          <m:t>𝜙</m:t>
                        </m:r>
                      </m:oMath>
                    </m:oMathPara>
                  </a14:m>
                  <a:endParaRPr lang="en-KR" sz="3200"/>
                </a:p>
              </p:txBody>
            </p:sp>
          </mc:Choice>
          <mc:Fallback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BBA2C5F7-D7CA-F588-4AD4-A027BB19FD7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90647" y="2452530"/>
                  <a:ext cx="930754" cy="97647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4C57AEC-65A5-D810-3E6D-3B1E108A353F}"/>
                </a:ext>
              </a:extLst>
            </p:cNvPr>
            <p:cNvSpPr txBox="1"/>
            <p:nvPr/>
          </p:nvSpPr>
          <p:spPr>
            <a:xfrm>
              <a:off x="5742688" y="2950440"/>
              <a:ext cx="4634629" cy="954107"/>
            </a:xfrm>
            <a:prstGeom prst="rect">
              <a:avLst/>
            </a:prstGeom>
            <a:solidFill>
              <a:srgbClr val="FFFFFF">
                <a:alpha val="60000"/>
              </a:srgb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KR" sz="2800">
                  <a:solidFill>
                    <a:srgbClr val="C00000"/>
                  </a:solidFill>
                </a:rPr>
                <a:t>Out of scope</a:t>
              </a:r>
            </a:p>
            <a:p>
              <a:pPr algn="ctr"/>
              <a:endParaRPr lang="en-KR" sz="2800">
                <a:solidFill>
                  <a:srgbClr val="C00000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FB505761-891F-F59C-6E84-53801D9B8573}"/>
                    </a:ext>
                  </a:extLst>
                </p:cNvPr>
                <p:cNvSpPr txBox="1"/>
                <p:nvPr/>
              </p:nvSpPr>
              <p:spPr>
                <a:xfrm>
                  <a:off x="588737" y="4937181"/>
                  <a:ext cx="1052173" cy="95410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2800" b="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800" b="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ko-KR" sz="2800" b="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2800" b="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800" b="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</m:oMath>
                    </m:oMathPara>
                  </a14:m>
                  <a:endParaRPr lang="en-KR" sz="2800">
                    <a:solidFill>
                      <a:srgbClr val="C00000"/>
                    </a:solidFill>
                  </a:endParaRPr>
                </a:p>
                <a:p>
                  <a:endParaRPr lang="en-KR" sz="2800">
                    <a:solidFill>
                      <a:srgbClr val="C00000"/>
                    </a:solidFill>
                  </a:endParaRPr>
                </a:p>
              </p:txBody>
            </p:sp>
          </mc:Choice>
          <mc:Fallback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FB505761-891F-F59C-6E84-53801D9B85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8737" y="4937181"/>
                  <a:ext cx="1052173" cy="954107"/>
                </a:xfrm>
                <a:prstGeom prst="rect">
                  <a:avLst/>
                </a:prstGeom>
                <a:blipFill>
                  <a:blip r:embed="rId5"/>
                  <a:stretch>
                    <a:fillRect l="-3571"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" name="Rounded Rectangle 20">
              <a:extLst>
                <a:ext uri="{FF2B5EF4-FFF2-40B4-BE49-F238E27FC236}">
                  <a16:creationId xmlns:a16="http://schemas.microsoft.com/office/drawing/2014/main" id="{8EF20795-04B0-523D-CD5C-F1D0397848D3}"/>
                </a:ext>
              </a:extLst>
            </p:cNvPr>
            <p:cNvSpPr/>
            <p:nvPr/>
          </p:nvSpPr>
          <p:spPr>
            <a:xfrm>
              <a:off x="225468" y="4070959"/>
              <a:ext cx="1929009" cy="826718"/>
            </a:xfrm>
            <a:prstGeom prst="round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06768C2-E516-926D-FA2B-4929F3B0B1AD}"/>
                  </a:ext>
                </a:extLst>
              </p:cNvPr>
              <p:cNvSpPr txBox="1"/>
              <p:nvPr/>
            </p:nvSpPr>
            <p:spPr>
              <a:xfrm>
                <a:off x="7628349" y="4829459"/>
                <a:ext cx="926637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3200" b="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altLang="ko-KR" sz="3200" b="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3200" b="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KR" sz="320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06768C2-E516-926D-FA2B-4929F3B0B1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8349" y="4829459"/>
                <a:ext cx="926637" cy="584775"/>
              </a:xfrm>
              <a:prstGeom prst="rect">
                <a:avLst/>
              </a:prstGeom>
              <a:blipFill>
                <a:blip r:embed="rId6"/>
                <a:stretch>
                  <a:fillRect l="-5405" b="-12766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4F950471-A01C-C39F-AF6D-BCE91599740A}"/>
              </a:ext>
            </a:extLst>
          </p:cNvPr>
          <p:cNvSpPr/>
          <p:nvPr/>
        </p:nvSpPr>
        <p:spPr>
          <a:xfrm>
            <a:off x="7652036" y="4110463"/>
            <a:ext cx="1015976" cy="718996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40EA349-B194-8FEC-1C1B-AEE29ED9B821}"/>
                  </a:ext>
                </a:extLst>
              </p:cNvPr>
              <p:cNvSpPr txBox="1"/>
              <p:nvPr/>
            </p:nvSpPr>
            <p:spPr>
              <a:xfrm>
                <a:off x="3305398" y="4947781"/>
                <a:ext cx="1616003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4000" b="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𝒫</m:t>
                      </m:r>
                      <m:d>
                        <m:dPr>
                          <m:ctrlPr>
                            <a:rPr lang="en-US" altLang="ko-KR" sz="4000" b="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4000" b="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KR" sz="4000"/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40EA349-B194-8FEC-1C1B-AEE29ED9B8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5398" y="4947781"/>
                <a:ext cx="1616003" cy="70788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Freeform 30">
            <a:extLst>
              <a:ext uri="{FF2B5EF4-FFF2-40B4-BE49-F238E27FC236}">
                <a16:creationId xmlns:a16="http://schemas.microsoft.com/office/drawing/2014/main" id="{6F8C8654-2E16-E866-F476-A6027D54F78B}"/>
              </a:ext>
            </a:extLst>
          </p:cNvPr>
          <p:cNvSpPr/>
          <p:nvPr/>
        </p:nvSpPr>
        <p:spPr>
          <a:xfrm>
            <a:off x="1352811" y="2505205"/>
            <a:ext cx="4634630" cy="2442576"/>
          </a:xfrm>
          <a:custGeom>
            <a:avLst/>
            <a:gdLst>
              <a:gd name="connsiteX0" fmla="*/ 0 w 4634630"/>
              <a:gd name="connsiteY0" fmla="*/ 1465546 h 2442576"/>
              <a:gd name="connsiteX1" fmla="*/ 12526 w 4634630"/>
              <a:gd name="connsiteY1" fmla="*/ 463463 h 2442576"/>
              <a:gd name="connsiteX2" fmla="*/ 350729 w 4634630"/>
              <a:gd name="connsiteY2" fmla="*/ 0 h 2442576"/>
              <a:gd name="connsiteX3" fmla="*/ 3895594 w 4634630"/>
              <a:gd name="connsiteY3" fmla="*/ 0 h 2442576"/>
              <a:gd name="connsiteX4" fmla="*/ 4634630 w 4634630"/>
              <a:gd name="connsiteY4" fmla="*/ 1728592 h 2442576"/>
              <a:gd name="connsiteX5" fmla="*/ 4634630 w 4634630"/>
              <a:gd name="connsiteY5" fmla="*/ 2442576 h 2442576"/>
              <a:gd name="connsiteX6" fmla="*/ 1478071 w 4634630"/>
              <a:gd name="connsiteY6" fmla="*/ 2442576 h 2442576"/>
              <a:gd name="connsiteX7" fmla="*/ 0 w 4634630"/>
              <a:gd name="connsiteY7" fmla="*/ 1465546 h 2442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634630" h="2442576">
                <a:moveTo>
                  <a:pt x="0" y="1465546"/>
                </a:moveTo>
                <a:lnTo>
                  <a:pt x="12526" y="463463"/>
                </a:lnTo>
                <a:lnTo>
                  <a:pt x="350729" y="0"/>
                </a:lnTo>
                <a:lnTo>
                  <a:pt x="3895594" y="0"/>
                </a:lnTo>
                <a:lnTo>
                  <a:pt x="4634630" y="1728592"/>
                </a:lnTo>
                <a:lnTo>
                  <a:pt x="4634630" y="2442576"/>
                </a:lnTo>
                <a:lnTo>
                  <a:pt x="1478071" y="2442576"/>
                </a:lnTo>
                <a:lnTo>
                  <a:pt x="0" y="1465546"/>
                </a:lnTo>
                <a:close/>
              </a:path>
            </a:pathLst>
          </a:custGeom>
          <a:solidFill>
            <a:srgbClr val="FF0000">
              <a:alpha val="29804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E020C0D4-5BC2-7E5B-30DA-C25BEE2AA212}"/>
              </a:ext>
            </a:extLst>
          </p:cNvPr>
          <p:cNvCxnSpPr/>
          <p:nvPr/>
        </p:nvCxnSpPr>
        <p:spPr>
          <a:xfrm>
            <a:off x="1903956" y="5301724"/>
            <a:ext cx="1189973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397B109-68E6-7479-67A9-1077019E1475}"/>
              </a:ext>
            </a:extLst>
          </p:cNvPr>
          <p:cNvCxnSpPr>
            <a:cxnSpLocks/>
          </p:cNvCxnSpPr>
          <p:nvPr/>
        </p:nvCxnSpPr>
        <p:spPr>
          <a:xfrm>
            <a:off x="5112707" y="5269448"/>
            <a:ext cx="2227545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41290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1E0F3-FD89-ECDB-6217-9516A3DBE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C7009C7A-0E58-C8F9-6B4D-3795AFF07887}"/>
              </a:ext>
            </a:extLst>
          </p:cNvPr>
          <p:cNvGrpSpPr/>
          <p:nvPr/>
        </p:nvGrpSpPr>
        <p:grpSpPr>
          <a:xfrm>
            <a:off x="-1045250" y="514350"/>
            <a:ext cx="13934849" cy="6343650"/>
            <a:chOff x="-1045250" y="514350"/>
            <a:chExt cx="13934849" cy="634365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A10B57A7-5D29-F5AB-B866-FFEA4D432E0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736850" y="514350"/>
              <a:ext cx="6718300" cy="5829300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58DE126-D57B-FDE7-54EB-2FD7A708609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6681" y="1366870"/>
              <a:ext cx="2489200" cy="889000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8091E9C9-0C54-4B11-9A51-B8BDC36E44D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6946" t="24874" r="4567" b="17455"/>
            <a:stretch/>
          </p:blipFill>
          <p:spPr>
            <a:xfrm>
              <a:off x="5169159" y="3150887"/>
              <a:ext cx="1567543" cy="278113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4F81DCDF-7C28-9AD3-C890-722A2854957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1045250" y="4234284"/>
              <a:ext cx="3991131" cy="970548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9E0DB1D8-6D63-5260-227C-D396D8FD9CA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774940" y="6200840"/>
              <a:ext cx="3430888" cy="65716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152D5394-AA6F-EF18-C81D-1C4081C4C3A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420938" y="769970"/>
              <a:ext cx="2120900" cy="59690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98B51A7F-2792-BDA2-811C-C82928D8CA4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340297" y="3616813"/>
              <a:ext cx="3549302" cy="214628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077876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7F1493-2D68-0671-0028-9D98C02B5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39DD534-9FEC-9DAF-F0E3-979EBECBDF15}"/>
                  </a:ext>
                </a:extLst>
              </p:cNvPr>
              <p:cNvSpPr txBox="1"/>
              <p:nvPr/>
            </p:nvSpPr>
            <p:spPr>
              <a:xfrm>
                <a:off x="4190280" y="5403080"/>
                <a:ext cx="2608984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  <m:sub>
                          <m:r>
                            <a:rPr lang="en-US" sz="32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32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32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tan</m:t>
                      </m:r>
                      <m:d>
                        <m:dPr>
                          <m:ctrlPr>
                            <a:rPr lang="en-US" sz="32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lang="en-US" sz="32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KR" sz="3200" b="1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39DD534-9FEC-9DAF-F0E3-979EBECBDF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0280" y="5403080"/>
                <a:ext cx="2608984" cy="584775"/>
              </a:xfrm>
              <a:prstGeom prst="rect">
                <a:avLst/>
              </a:prstGeom>
              <a:blipFill>
                <a:blip r:embed="rId2"/>
                <a:stretch>
                  <a:fillRect r="-483" b="-23404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6" name="Group 35">
            <a:extLst>
              <a:ext uri="{FF2B5EF4-FFF2-40B4-BE49-F238E27FC236}">
                <a16:creationId xmlns:a16="http://schemas.microsoft.com/office/drawing/2014/main" id="{4AA78060-E7D9-6E45-4B7E-90A0C032CBEE}"/>
              </a:ext>
            </a:extLst>
          </p:cNvPr>
          <p:cNvGrpSpPr/>
          <p:nvPr/>
        </p:nvGrpSpPr>
        <p:grpSpPr>
          <a:xfrm>
            <a:off x="851770" y="473788"/>
            <a:ext cx="9935630" cy="4405813"/>
            <a:chOff x="851770" y="473788"/>
            <a:chExt cx="9935630" cy="4405813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DCF3CCF5-8F65-128A-2C2F-38E9EFEE16C7}"/>
                </a:ext>
              </a:extLst>
            </p:cNvPr>
            <p:cNvGrpSpPr/>
            <p:nvPr/>
          </p:nvGrpSpPr>
          <p:grpSpPr>
            <a:xfrm>
              <a:off x="851770" y="473788"/>
              <a:ext cx="9935630" cy="4405813"/>
              <a:chOff x="851770" y="473788"/>
              <a:chExt cx="9935630" cy="4405813"/>
            </a:xfrm>
          </p:grpSpPr>
          <p:pic>
            <p:nvPicPr>
              <p:cNvPr id="5122" name="Picture 2" descr="3D Gaussian Splatting&#10;3D Gaussian Splatting in volumetric image rendering&#10;">
                <a:extLst>
                  <a:ext uri="{FF2B5EF4-FFF2-40B4-BE49-F238E27FC236}">
                    <a16:creationId xmlns:a16="http://schemas.microsoft.com/office/drawing/2014/main" id="{E1DF7C48-56C5-0900-9307-752E864BBB8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8948" b="56414"/>
              <a:stretch/>
            </p:blipFill>
            <p:spPr bwMode="auto">
              <a:xfrm>
                <a:off x="851770" y="473788"/>
                <a:ext cx="9935630" cy="393537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3" name="Straight Connector 2">
                <a:extLst>
                  <a:ext uri="{FF2B5EF4-FFF2-40B4-BE49-F238E27FC236}">
                    <a16:creationId xmlns:a16="http://schemas.microsoft.com/office/drawing/2014/main" id="{F4061A3B-0900-2900-3315-F9750E29294B}"/>
                  </a:ext>
                </a:extLst>
              </p:cNvPr>
              <p:cNvCxnSpPr/>
              <p:nvPr/>
            </p:nvCxnSpPr>
            <p:spPr>
              <a:xfrm>
                <a:off x="1327759" y="2617940"/>
                <a:ext cx="9131474" cy="0"/>
              </a:xfrm>
              <a:prstGeom prst="line">
                <a:avLst/>
              </a:prstGeom>
              <a:ln w="571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" name="Straight Connector 3">
                <a:extLst>
                  <a:ext uri="{FF2B5EF4-FFF2-40B4-BE49-F238E27FC236}">
                    <a16:creationId xmlns:a16="http://schemas.microsoft.com/office/drawing/2014/main" id="{7C8D6D66-427F-54A1-526F-512DF82CA83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27310" y="1628384"/>
                <a:ext cx="0" cy="989556"/>
              </a:xfrm>
              <a:prstGeom prst="line">
                <a:avLst/>
              </a:prstGeom>
              <a:ln w="571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" name="Arc 7">
                <a:extLst>
                  <a:ext uri="{FF2B5EF4-FFF2-40B4-BE49-F238E27FC236}">
                    <a16:creationId xmlns:a16="http://schemas.microsoft.com/office/drawing/2014/main" id="{C66CB351-D234-F049-33AA-EE275092BB8B}"/>
                  </a:ext>
                </a:extLst>
              </p:cNvPr>
              <p:cNvSpPr/>
              <p:nvPr/>
            </p:nvSpPr>
            <p:spPr>
              <a:xfrm rot="2126978">
                <a:off x="3206663" y="2208235"/>
                <a:ext cx="563672" cy="663879"/>
              </a:xfrm>
              <a:prstGeom prst="arc">
                <a:avLst>
                  <a:gd name="adj1" fmla="val 15074125"/>
                  <a:gd name="adj2" fmla="val 20771524"/>
                </a:avLst>
              </a:prstGeom>
              <a:ln w="3810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KR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9" name="TextBox 8">
                    <a:extLst>
                      <a:ext uri="{FF2B5EF4-FFF2-40B4-BE49-F238E27FC236}">
                        <a16:creationId xmlns:a16="http://schemas.microsoft.com/office/drawing/2014/main" id="{681216B8-FC8B-9B42-DEC6-F56C904BCB92}"/>
                      </a:ext>
                    </a:extLst>
                  </p:cNvPr>
                  <p:cNvSpPr txBox="1"/>
                  <p:nvPr/>
                </p:nvSpPr>
                <p:spPr>
                  <a:xfrm>
                    <a:off x="3812443" y="2093780"/>
                    <a:ext cx="524503" cy="58477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32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𝜽</m:t>
                          </m:r>
                        </m:oMath>
                      </m:oMathPara>
                    </a14:m>
                    <a:endParaRPr lang="en-KR" sz="3200" b="1">
                      <a:solidFill>
                        <a:srgbClr val="C00000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9" name="TextBox 8">
                    <a:extLst>
                      <a:ext uri="{FF2B5EF4-FFF2-40B4-BE49-F238E27FC236}">
                        <a16:creationId xmlns:a16="http://schemas.microsoft.com/office/drawing/2014/main" id="{681216B8-FC8B-9B42-DEC6-F56C904BCB9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812443" y="2093780"/>
                    <a:ext cx="524503" cy="584775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2381" r="-2381"/>
                    </a:stretch>
                  </a:blipFill>
                </p:spPr>
                <p:txBody>
                  <a:bodyPr/>
                  <a:lstStyle/>
                  <a:p>
                    <a:r>
                      <a:rPr lang="en-K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B239DF1A-3FBF-067F-CEA4-F4A9EE4AE393}"/>
                      </a:ext>
                    </a:extLst>
                  </p:cNvPr>
                  <p:cNvSpPr txBox="1"/>
                  <p:nvPr/>
                </p:nvSpPr>
                <p:spPr>
                  <a:xfrm>
                    <a:off x="6603320" y="1020491"/>
                    <a:ext cx="532517" cy="58477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32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𝒖</m:t>
                          </m:r>
                        </m:oMath>
                      </m:oMathPara>
                    </a14:m>
                    <a:endParaRPr lang="en-KR" sz="3200" b="1">
                      <a:solidFill>
                        <a:srgbClr val="0070C0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B239DF1A-3FBF-067F-CEA4-F4A9EE4AE39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603320" y="1020491"/>
                    <a:ext cx="532517" cy="584775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K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9" name="TextBox 18">
                    <a:extLst>
                      <a:ext uri="{FF2B5EF4-FFF2-40B4-BE49-F238E27FC236}">
                        <a16:creationId xmlns:a16="http://schemas.microsoft.com/office/drawing/2014/main" id="{D75914BE-75E9-8703-DC63-3A41EEFFCA0C}"/>
                      </a:ext>
                    </a:extLst>
                  </p:cNvPr>
                  <p:cNvSpPr txBox="1"/>
                  <p:nvPr/>
                </p:nvSpPr>
                <p:spPr>
                  <a:xfrm>
                    <a:off x="4387340" y="2685691"/>
                    <a:ext cx="498855" cy="58477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32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</m:oMath>
                      </m:oMathPara>
                    </a14:m>
                    <a:endParaRPr lang="en-KR" sz="3200" b="1">
                      <a:solidFill>
                        <a:srgbClr val="C00000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19" name="TextBox 18">
                    <a:extLst>
                      <a:ext uri="{FF2B5EF4-FFF2-40B4-BE49-F238E27FC236}">
                        <a16:creationId xmlns:a16="http://schemas.microsoft.com/office/drawing/2014/main" id="{D75914BE-75E9-8703-DC63-3A41EEFFCA0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387340" y="2685691"/>
                    <a:ext cx="498855" cy="584775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10000" r="-10000" b="-19149"/>
                    </a:stretch>
                  </a:blipFill>
                </p:spPr>
                <p:txBody>
                  <a:bodyPr/>
                  <a:lstStyle/>
                  <a:p>
                    <a:r>
                      <a:rPr lang="en-K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F445B20D-AE37-CBF5-0E6A-044EA4EF8DB4}"/>
                      </a:ext>
                    </a:extLst>
                  </p:cNvPr>
                  <p:cNvSpPr txBox="1"/>
                  <p:nvPr/>
                </p:nvSpPr>
                <p:spPr>
                  <a:xfrm>
                    <a:off x="4190280" y="4294826"/>
                    <a:ext cx="2643223" cy="58477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32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𝒖</m:t>
                          </m:r>
                          <m:r>
                            <a:rPr lang="en-US" sz="32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32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  <m:r>
                            <a:rPr lang="en-US" sz="32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32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tan</m:t>
                          </m:r>
                          <m:d>
                            <m:dPr>
                              <m:ctrlPr>
                                <a:rPr lang="en-US" sz="32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</m:d>
                          <m:r>
                            <a:rPr lang="en-US" sz="32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oMath>
                      </m:oMathPara>
                    </a14:m>
                    <a:endParaRPr lang="en-KR" sz="3200" b="1">
                      <a:solidFill>
                        <a:srgbClr val="C00000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F445B20D-AE37-CBF5-0E6A-044EA4EF8DB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90280" y="4294826"/>
                    <a:ext cx="2643223" cy="584775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r="-1905" b="-26087"/>
                    </a:stretch>
                  </a:blipFill>
                </p:spPr>
                <p:txBody>
                  <a:bodyPr/>
                  <a:lstStyle/>
                  <a:p>
                    <a:r>
                      <a:rPr lang="en-K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7C4ACF39-C06E-FAF7-E17B-2579C186B41B}"/>
                  </a:ext>
                </a:extLst>
              </p:cNvPr>
              <p:cNvSpPr/>
              <p:nvPr/>
            </p:nvSpPr>
            <p:spPr>
              <a:xfrm>
                <a:off x="7030096" y="1462954"/>
                <a:ext cx="211482" cy="211482"/>
              </a:xfrm>
              <a:prstGeom prst="ellipse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/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121908A6-A39E-1A32-EFFE-D1F274D04453}"/>
                  </a:ext>
                </a:extLst>
              </p:cNvPr>
              <p:cNvSpPr/>
              <p:nvPr/>
            </p:nvSpPr>
            <p:spPr>
              <a:xfrm>
                <a:off x="6799264" y="1734381"/>
                <a:ext cx="211482" cy="211482"/>
              </a:xfrm>
              <a:prstGeom prst="ellipse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6479E5D0-43E1-16BA-29F2-231D05B31FE4}"/>
                  </a:ext>
                </a:extLst>
              </p:cNvPr>
              <p:cNvSpPr/>
              <p:nvPr/>
            </p:nvSpPr>
            <p:spPr>
              <a:xfrm>
                <a:off x="6539781" y="1905418"/>
                <a:ext cx="211482" cy="211482"/>
              </a:xfrm>
              <a:prstGeom prst="ellipse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B3E2AF16-D777-CC0B-F053-7BE0D758BAF6}"/>
                  </a:ext>
                </a:extLst>
              </p:cNvPr>
              <p:cNvSpPr/>
              <p:nvPr/>
            </p:nvSpPr>
            <p:spPr>
              <a:xfrm>
                <a:off x="6226606" y="2106306"/>
                <a:ext cx="211482" cy="211482"/>
              </a:xfrm>
              <a:prstGeom prst="ellipse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/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801EE1F7-5B0A-2A08-9A8B-ADD8F0A8D4A0}"/>
                  </a:ext>
                </a:extLst>
              </p:cNvPr>
              <p:cNvSpPr/>
              <p:nvPr/>
            </p:nvSpPr>
            <p:spPr>
              <a:xfrm>
                <a:off x="5884518" y="2229993"/>
                <a:ext cx="211482" cy="211482"/>
              </a:xfrm>
              <a:prstGeom prst="ellipse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/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5C3B867F-3DB7-8837-393E-5F704598C120}"/>
                  </a:ext>
                </a:extLst>
              </p:cNvPr>
              <p:cNvSpPr/>
              <p:nvPr/>
            </p:nvSpPr>
            <p:spPr>
              <a:xfrm>
                <a:off x="4550926" y="2406458"/>
                <a:ext cx="211482" cy="211482"/>
              </a:xfrm>
              <a:prstGeom prst="ellipse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0" name="TextBox 29">
                    <a:extLst>
                      <a:ext uri="{FF2B5EF4-FFF2-40B4-BE49-F238E27FC236}">
                        <a16:creationId xmlns:a16="http://schemas.microsoft.com/office/drawing/2014/main" id="{1E3D2058-B1E2-CE1D-5D2A-A2ADF1C1505B}"/>
                      </a:ext>
                    </a:extLst>
                  </p:cNvPr>
                  <p:cNvSpPr txBox="1"/>
                  <p:nvPr/>
                </p:nvSpPr>
                <p:spPr>
                  <a:xfrm rot="21205461">
                    <a:off x="4920029" y="1990960"/>
                    <a:ext cx="837089" cy="83099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4800" b="0" i="1">
                              <a:latin typeface="Cambria Math" panose="02040503050406030204" pitchFamily="18" charset="0"/>
                            </a:rPr>
                            <m:t>⋯</m:t>
                          </m:r>
                        </m:oMath>
                      </m:oMathPara>
                    </a14:m>
                    <a:endParaRPr lang="en-KR" sz="2800"/>
                  </a:p>
                </p:txBody>
              </p:sp>
            </mc:Choice>
            <mc:Fallback>
              <p:sp>
                <p:nvSpPr>
                  <p:cNvPr id="30" name="TextBox 29">
                    <a:extLst>
                      <a:ext uri="{FF2B5EF4-FFF2-40B4-BE49-F238E27FC236}">
                        <a16:creationId xmlns:a16="http://schemas.microsoft.com/office/drawing/2014/main" id="{1E3D2058-B1E2-CE1D-5D2A-A2ADF1C1505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21205461">
                    <a:off x="4920029" y="1990960"/>
                    <a:ext cx="837089" cy="830997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K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54A9F406-2279-3C24-BCCD-105E594670E2}"/>
                  </a:ext>
                </a:extLst>
              </p:cNvPr>
              <p:cNvSpPr/>
              <p:nvPr/>
            </p:nvSpPr>
            <p:spPr>
              <a:xfrm>
                <a:off x="4099863" y="2474209"/>
                <a:ext cx="211482" cy="211482"/>
              </a:xfrm>
              <a:prstGeom prst="ellipse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/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55D84C3B-7CE9-D6D6-34C3-FB0C432A97EB}"/>
                  </a:ext>
                </a:extLst>
              </p:cNvPr>
              <p:cNvSpPr/>
              <p:nvPr/>
            </p:nvSpPr>
            <p:spPr>
              <a:xfrm>
                <a:off x="3634327" y="2512199"/>
                <a:ext cx="211482" cy="211482"/>
              </a:xfrm>
              <a:prstGeom prst="ellipse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/>
              </a:p>
            </p:txBody>
          </p:sp>
        </p:grp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7862CAA4-6369-30B4-22AF-1F4A4828A2FD}"/>
                </a:ext>
              </a:extLst>
            </p:cNvPr>
            <p:cNvSpPr/>
            <p:nvPr/>
          </p:nvSpPr>
          <p:spPr>
            <a:xfrm>
              <a:off x="7370387" y="1070533"/>
              <a:ext cx="211482" cy="211482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9033BDD1-409A-2A4C-CD01-B80D6DF0481C}"/>
                </a:ext>
              </a:extLst>
            </p:cNvPr>
            <p:cNvSpPr/>
            <p:nvPr/>
          </p:nvSpPr>
          <p:spPr>
            <a:xfrm>
              <a:off x="7694603" y="615237"/>
              <a:ext cx="211482" cy="211482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/>
            </a:p>
          </p:txBody>
        </p:sp>
      </p:grpSp>
      <p:pic>
        <p:nvPicPr>
          <p:cNvPr id="37" name="Picture 36">
            <a:extLst>
              <a:ext uri="{FF2B5EF4-FFF2-40B4-BE49-F238E27FC236}">
                <a16:creationId xmlns:a16="http://schemas.microsoft.com/office/drawing/2014/main" id="{49A72C4B-B805-9789-1660-2D0FE1555E9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188667" y="615238"/>
            <a:ext cx="6959600" cy="271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7071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649EF6-C710-717B-3D58-CF9A464AF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6A2FF057-B728-1853-0378-006EC31130F1}"/>
              </a:ext>
            </a:extLst>
          </p:cNvPr>
          <p:cNvGrpSpPr/>
          <p:nvPr/>
        </p:nvGrpSpPr>
        <p:grpSpPr>
          <a:xfrm>
            <a:off x="0" y="275573"/>
            <a:ext cx="12192000" cy="5899759"/>
            <a:chOff x="0" y="275573"/>
            <a:chExt cx="12192000" cy="5899759"/>
          </a:xfrm>
        </p:grpSpPr>
        <p:pic>
          <p:nvPicPr>
            <p:cNvPr id="6146" name="Picture 2" descr="3D Gaussian Splatting&#10;3D Gaussian Splatting in volumetric image rendering&#10;">
              <a:extLst>
                <a:ext uri="{FF2B5EF4-FFF2-40B4-BE49-F238E27FC236}">
                  <a16:creationId xmlns:a16="http://schemas.microsoft.com/office/drawing/2014/main" id="{7E2552B3-C272-625E-54B4-A30283DCBEC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337028"/>
              <a:ext cx="12192000" cy="56562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D47AC7B0-B176-E0E7-4AC4-96AC0C08A9FC}"/>
                </a:ext>
              </a:extLst>
            </p:cNvPr>
            <p:cNvSpPr/>
            <p:nvPr/>
          </p:nvSpPr>
          <p:spPr>
            <a:xfrm>
              <a:off x="488515" y="3269293"/>
              <a:ext cx="2768252" cy="115239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/>
            </a:p>
          </p:txBody>
        </p:sp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E6198110-3219-BB5E-B7E3-E49CDCBB321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63904" y="3223279"/>
              <a:ext cx="1942877" cy="1198410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B3AF648-91EB-B372-4047-6235F74EC9BB}"/>
                </a:ext>
              </a:extLst>
            </p:cNvPr>
            <p:cNvSpPr/>
            <p:nvPr/>
          </p:nvSpPr>
          <p:spPr>
            <a:xfrm>
              <a:off x="5974914" y="275573"/>
              <a:ext cx="5937337" cy="589975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7CF16BB6-0D87-04CF-95B4-0341BACB35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204" y="498258"/>
            <a:ext cx="5676981" cy="4862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6054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6AF354-A684-E603-3AEE-327868554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08F2BC9D-3D69-8926-C93B-C76779009C91}"/>
              </a:ext>
            </a:extLst>
          </p:cNvPr>
          <p:cNvGrpSpPr/>
          <p:nvPr/>
        </p:nvGrpSpPr>
        <p:grpSpPr>
          <a:xfrm>
            <a:off x="2584450" y="628134"/>
            <a:ext cx="7063566" cy="5786398"/>
            <a:chOff x="2584450" y="628134"/>
            <a:chExt cx="7063566" cy="5786398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4645C7C7-48F5-41C1-11C7-2D87163283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84450" y="812800"/>
              <a:ext cx="7023100" cy="5232400"/>
            </a:xfrm>
            <a:prstGeom prst="rect">
              <a:avLst/>
            </a:prstGeom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98B39BC4-1DEB-10CF-4671-8A77BC591790}"/>
                </a:ext>
              </a:extLst>
            </p:cNvPr>
            <p:cNvSpPr txBox="1"/>
            <p:nvPr/>
          </p:nvSpPr>
          <p:spPr>
            <a:xfrm>
              <a:off x="3238896" y="6045200"/>
              <a:ext cx="199907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KR"/>
                <a:t>Volume Rendering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CCF7D262-61EB-78DD-BAA9-FE8649BCB46D}"/>
                </a:ext>
              </a:extLst>
            </p:cNvPr>
            <p:cNvSpPr txBox="1"/>
            <p:nvPr/>
          </p:nvSpPr>
          <p:spPr>
            <a:xfrm>
              <a:off x="6954032" y="6045200"/>
              <a:ext cx="10690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KR"/>
                <a:t>Splatting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EA02EE2-6B45-4A40-76D6-8E078951247F}"/>
                </a:ext>
              </a:extLst>
            </p:cNvPr>
            <p:cNvSpPr txBox="1"/>
            <p:nvPr/>
          </p:nvSpPr>
          <p:spPr>
            <a:xfrm>
              <a:off x="4705377" y="4521896"/>
              <a:ext cx="155369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KR"/>
                <a:t>Screen Space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2D7B8CB-38E8-8514-44CE-303CEB49A664}"/>
                </a:ext>
              </a:extLst>
            </p:cNvPr>
            <p:cNvSpPr txBox="1"/>
            <p:nvPr/>
          </p:nvSpPr>
          <p:spPr>
            <a:xfrm>
              <a:off x="4367214" y="628134"/>
              <a:ext cx="122610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KR"/>
                <a:t>Ray Space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E4F3963-52E2-0399-93EF-8B5BC84F63E9}"/>
                </a:ext>
              </a:extLst>
            </p:cNvPr>
            <p:cNvSpPr txBox="1"/>
            <p:nvPr/>
          </p:nvSpPr>
          <p:spPr>
            <a:xfrm>
              <a:off x="7545384" y="639268"/>
              <a:ext cx="122610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KR"/>
                <a:t>Ray Space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76C4ECB-7C59-D67A-6C76-E5C31C5C8D8F}"/>
                </a:ext>
              </a:extLst>
            </p:cNvPr>
            <p:cNvSpPr txBox="1"/>
            <p:nvPr/>
          </p:nvSpPr>
          <p:spPr>
            <a:xfrm>
              <a:off x="8094321" y="4568776"/>
              <a:ext cx="155369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KR"/>
                <a:t>Screen Space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981178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8705D-DA9D-753C-343D-7F85655BD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>
            <a:extLst>
              <a:ext uri="{FF2B5EF4-FFF2-40B4-BE49-F238E27FC236}">
                <a16:creationId xmlns:a16="http://schemas.microsoft.com/office/drawing/2014/main" id="{AF1B1969-07AE-5750-91CB-F0ED9AD9F857}"/>
              </a:ext>
            </a:extLst>
          </p:cNvPr>
          <p:cNvGrpSpPr/>
          <p:nvPr/>
        </p:nvGrpSpPr>
        <p:grpSpPr>
          <a:xfrm>
            <a:off x="1084744" y="515311"/>
            <a:ext cx="10022511" cy="6206352"/>
            <a:chOff x="1036845" y="418492"/>
            <a:chExt cx="10022511" cy="6206352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E71707EF-F1DC-2C18-A1C0-AEEF0794FC66}"/>
                </a:ext>
              </a:extLst>
            </p:cNvPr>
            <p:cNvGrpSpPr/>
            <p:nvPr/>
          </p:nvGrpSpPr>
          <p:grpSpPr>
            <a:xfrm>
              <a:off x="1036845" y="418492"/>
              <a:ext cx="10022511" cy="6206352"/>
              <a:chOff x="1036845" y="418492"/>
              <a:chExt cx="10022511" cy="6206352"/>
            </a:xfrm>
          </p:grpSpPr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37FB0B0B-69D3-9576-A6B6-B5DCF9D3B0AF}"/>
                  </a:ext>
                </a:extLst>
              </p:cNvPr>
              <p:cNvGrpSpPr/>
              <p:nvPr/>
            </p:nvGrpSpPr>
            <p:grpSpPr>
              <a:xfrm>
                <a:off x="3288792" y="418492"/>
                <a:ext cx="7770564" cy="6206352"/>
                <a:chOff x="3297936" y="244756"/>
                <a:chExt cx="7770564" cy="6206352"/>
              </a:xfrm>
            </p:grpSpPr>
            <p:grpSp>
              <p:nvGrpSpPr>
                <p:cNvPr id="27" name="Group 26">
                  <a:extLst>
                    <a:ext uri="{FF2B5EF4-FFF2-40B4-BE49-F238E27FC236}">
                      <a16:creationId xmlns:a16="http://schemas.microsoft.com/office/drawing/2014/main" id="{03326848-5E9D-0866-60D9-F023A3C9DD64}"/>
                    </a:ext>
                  </a:extLst>
                </p:cNvPr>
                <p:cNvGrpSpPr/>
                <p:nvPr/>
              </p:nvGrpSpPr>
              <p:grpSpPr>
                <a:xfrm>
                  <a:off x="3297936" y="244756"/>
                  <a:ext cx="7770564" cy="6206352"/>
                  <a:chOff x="3297936" y="244756"/>
                  <a:chExt cx="7770564" cy="6206352"/>
                </a:xfrm>
              </p:grpSpPr>
              <p:grpSp>
                <p:nvGrpSpPr>
                  <p:cNvPr id="24" name="Group 23">
                    <a:extLst>
                      <a:ext uri="{FF2B5EF4-FFF2-40B4-BE49-F238E27FC236}">
                        <a16:creationId xmlns:a16="http://schemas.microsoft.com/office/drawing/2014/main" id="{BE1B966C-3B25-B749-95E6-A2E1504CB31C}"/>
                      </a:ext>
                    </a:extLst>
                  </p:cNvPr>
                  <p:cNvGrpSpPr/>
                  <p:nvPr/>
                </p:nvGrpSpPr>
                <p:grpSpPr>
                  <a:xfrm>
                    <a:off x="3297936" y="244756"/>
                    <a:ext cx="7023100" cy="6206352"/>
                    <a:chOff x="3297936" y="244756"/>
                    <a:chExt cx="7023100" cy="6206352"/>
                  </a:xfrm>
                </p:grpSpPr>
                <p:grpSp>
                  <p:nvGrpSpPr>
                    <p:cNvPr id="10" name="Group 9">
                      <a:extLst>
                        <a:ext uri="{FF2B5EF4-FFF2-40B4-BE49-F238E27FC236}">
                          <a16:creationId xmlns:a16="http://schemas.microsoft.com/office/drawing/2014/main" id="{64FCA69F-5BBD-A709-2830-84C7A7BE452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297936" y="675844"/>
                      <a:ext cx="3552016" cy="5775264"/>
                      <a:chOff x="6096000" y="639268"/>
                      <a:chExt cx="3552016" cy="5775264"/>
                    </a:xfrm>
                  </p:grpSpPr>
                  <p:pic>
                    <p:nvPicPr>
                      <p:cNvPr id="2" name="Picture 1">
                        <a:extLst>
                          <a:ext uri="{FF2B5EF4-FFF2-40B4-BE49-F238E27FC236}">
                            <a16:creationId xmlns:a16="http://schemas.microsoft.com/office/drawing/2014/main" id="{96994AE7-7E10-2DAD-F7B0-6D48CCD5975A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 r:embed="rId3"/>
                      <a:srcRect l="50000"/>
                      <a:stretch/>
                    </p:blipFill>
                    <p:spPr>
                      <a:xfrm>
                        <a:off x="6096000" y="812800"/>
                        <a:ext cx="3511550" cy="5232400"/>
                      </a:xfrm>
                      <a:prstGeom prst="rect">
                        <a:avLst/>
                      </a:prstGeom>
                    </p:spPr>
                  </p:pic>
                  <p:sp>
                    <p:nvSpPr>
                      <p:cNvPr id="4" name="TextBox 3">
                        <a:extLst>
                          <a:ext uri="{FF2B5EF4-FFF2-40B4-BE49-F238E27FC236}">
                            <a16:creationId xmlns:a16="http://schemas.microsoft.com/office/drawing/2014/main" id="{E41B84E1-1D89-B086-EBC1-5BCBFB0E5CE4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954032" y="6045200"/>
                        <a:ext cx="1069075" cy="36933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en-KR"/>
                          <a:t>Splatting</a:t>
                        </a:r>
                      </a:p>
                    </p:txBody>
                  </p:sp>
                  <p:sp>
                    <p:nvSpPr>
                      <p:cNvPr id="8" name="TextBox 7">
                        <a:extLst>
                          <a:ext uri="{FF2B5EF4-FFF2-40B4-BE49-F238E27FC236}">
                            <a16:creationId xmlns:a16="http://schemas.microsoft.com/office/drawing/2014/main" id="{D1B101C3-A50E-99B9-4815-47A8B5679B6D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7545384" y="639268"/>
                        <a:ext cx="1226105" cy="36933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en-KR"/>
                          <a:t>Ray Space</a:t>
                        </a:r>
                      </a:p>
                    </p:txBody>
                  </p:sp>
                  <p:sp>
                    <p:nvSpPr>
                      <p:cNvPr id="9" name="TextBox 8">
                        <a:extLst>
                          <a:ext uri="{FF2B5EF4-FFF2-40B4-BE49-F238E27FC236}">
                            <a16:creationId xmlns:a16="http://schemas.microsoft.com/office/drawing/2014/main" id="{064F9E5B-9E5B-9E2D-F69A-8BB3C2725680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8094321" y="4568776"/>
                        <a:ext cx="1553695" cy="36933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en-KR"/>
                          <a:t>Screen Space</a:t>
                        </a:r>
                      </a:p>
                    </p:txBody>
                  </p:sp>
                </p:grpSp>
                <mc:AlternateContent xmlns:mc="http://schemas.openxmlformats.org/markup-compatibility/2006">
                  <mc:Choice xmlns:a14="http://schemas.microsoft.com/office/drawing/2010/main" Requires="a14">
                    <p:sp>
                      <p:nvSpPr>
                        <p:cNvPr id="5" name="TextBox 4">
                          <a:extLst>
                            <a:ext uri="{FF2B5EF4-FFF2-40B4-BE49-F238E27FC236}">
                              <a16:creationId xmlns:a16="http://schemas.microsoft.com/office/drawing/2014/main" id="{E70CD5B2-F12A-F6AA-C41D-0FCE1A40521B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6592824" y="3866688"/>
                          <a:ext cx="1939955" cy="369332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rtlCol="0">
                          <a:spAutoFit/>
                        </a:bodyPr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>
                                    <a:latin typeface="Cambria Math" panose="02040503050406030204" pitchFamily="18" charset="0"/>
                                  </a:rPr>
                                  <m:t>≈</m:t>
                                </m:r>
                                <m:sSub>
                                  <m:sSubPr>
                                    <m:ctrlPr>
                                      <a:rPr lang="en-US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</m:e>
                                  <m:sub>
                                    <m:r>
                                      <a:rPr lang="en-US" b="0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r>
                                  <a:rPr lang="en-US" b="0" i="1"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b="0" i="1">
                                    <a:latin typeface="Cambria Math" panose="02040503050406030204" pitchFamily="18" charset="0"/>
                                  </a:rPr>
                                  <m:t>𝑐𝑜𝑛𝑠𝑡𝑎𝑛𝑡</m:t>
                                </m:r>
                              </m:oMath>
                            </m:oMathPara>
                          </a14:m>
                          <a:endParaRPr lang="en-KR"/>
                        </a:p>
                      </p:txBody>
                    </p:sp>
                  </mc:Choice>
                  <mc:Fallback>
                    <p:sp>
                      <p:nvSpPr>
                        <p:cNvPr id="5" name="TextBox 4">
                          <a:extLst>
                            <a:ext uri="{FF2B5EF4-FFF2-40B4-BE49-F238E27FC236}">
                              <a16:creationId xmlns:a16="http://schemas.microsoft.com/office/drawing/2014/main" id="{E70CD5B2-F12A-F6AA-C41D-0FCE1A40521B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6592824" y="3866688"/>
                          <a:ext cx="1939955" cy="369332"/>
                        </a:xfrm>
                        <a:prstGeom prst="rect">
                          <a:avLst/>
                        </a:prstGeom>
                        <a:blipFill>
                          <a:blip r:embed="rId4"/>
                          <a:stretch>
                            <a:fillRect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KR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mc:AlternateContent xmlns:mc="http://schemas.openxmlformats.org/markup-compatibility/2006">
                  <mc:Choice xmlns:a14="http://schemas.microsoft.com/office/drawing/2010/main" Requires="a14">
                    <p:sp>
                      <p:nvSpPr>
                        <p:cNvPr id="11" name="TextBox 10">
                          <a:extLst>
                            <a:ext uri="{FF2B5EF4-FFF2-40B4-BE49-F238E27FC236}">
                              <a16:creationId xmlns:a16="http://schemas.microsoft.com/office/drawing/2014/main" id="{7D3B4422-B5DE-D16E-8710-7E842CADA37A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6592824" y="2806646"/>
                          <a:ext cx="1408591" cy="369332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rtlCol="0">
                          <a:spAutoFit/>
                        </a:bodyPr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b="0" i="1">
                                    <a:latin typeface="Cambria Math" panose="02040503050406030204" pitchFamily="18" charset="0"/>
                                  </a:rPr>
                                  <m:t>𝑐𝑜𝑛𝑠𝑡𝑎𝑛𝑡</m:t>
                                </m:r>
                              </m:oMath>
                            </m:oMathPara>
                          </a14:m>
                          <a:endParaRPr lang="en-KR"/>
                        </a:p>
                      </p:txBody>
                    </p:sp>
                  </mc:Choice>
                  <mc:Fallback>
                    <p:sp>
                      <p:nvSpPr>
                        <p:cNvPr id="11" name="TextBox 10">
                          <a:extLst>
                            <a:ext uri="{FF2B5EF4-FFF2-40B4-BE49-F238E27FC236}">
                              <a16:creationId xmlns:a16="http://schemas.microsoft.com/office/drawing/2014/main" id="{7D3B4422-B5DE-D16E-8710-7E842CADA37A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6592824" y="2806646"/>
                          <a:ext cx="1408591" cy="369332"/>
                        </a:xfrm>
                        <a:prstGeom prst="rect">
                          <a:avLst/>
                        </a:prstGeom>
                        <a:blipFill>
                          <a:blip r:embed="rId5"/>
                          <a:stretch>
                            <a:fillRect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KR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mc:AlternateContent xmlns:mc="http://schemas.openxmlformats.org/markup-compatibility/2006">
                  <mc:Choice xmlns:a14="http://schemas.microsoft.com/office/drawing/2010/main" Requires="a14">
                    <p:sp>
                      <p:nvSpPr>
                        <p:cNvPr id="12" name="TextBox 11">
                          <a:extLst>
                            <a:ext uri="{FF2B5EF4-FFF2-40B4-BE49-F238E27FC236}">
                              <a16:creationId xmlns:a16="http://schemas.microsoft.com/office/drawing/2014/main" id="{EA89D8BD-50C6-A5D3-BCCE-65F0CA7BC316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6592823" y="2535214"/>
                          <a:ext cx="3016467" cy="369332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rtlCol="0">
                          <a:spAutoFit/>
                        </a:bodyPr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b="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𝑝𝑟𝑜𝑗𝑒𝑐𝑡𝑒𝑑</m:t>
                                </m:r>
                                <m:r>
                                  <a:rPr lang="en-US" b="0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b="0" i="1">
                                    <a:latin typeface="Cambria Math" panose="02040503050406030204" pitchFamily="18" charset="0"/>
                                  </a:rPr>
                                  <m:t>𝑔𝑎𝑢𝑠𝑠𝑖𝑎𝑛</m:t>
                                </m:r>
                                <m:r>
                                  <a:rPr lang="en-US" b="0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b="0" i="1">
                                    <a:latin typeface="Cambria Math" panose="02040503050406030204" pitchFamily="18" charset="0"/>
                                  </a:rPr>
                                  <m:t>𝑑𝑖𝑠𝑡</m:t>
                                </m:r>
                                <m:r>
                                  <a:rPr lang="en-US" b="0" i="1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</m:oMath>
                            </m:oMathPara>
                          </a14:m>
                          <a:endParaRPr lang="en-KR"/>
                        </a:p>
                      </p:txBody>
                    </p:sp>
                  </mc:Choice>
                  <mc:Fallback>
                    <p:sp>
                      <p:nvSpPr>
                        <p:cNvPr id="12" name="TextBox 11">
                          <a:extLst>
                            <a:ext uri="{FF2B5EF4-FFF2-40B4-BE49-F238E27FC236}">
                              <a16:creationId xmlns:a16="http://schemas.microsoft.com/office/drawing/2014/main" id="{EA89D8BD-50C6-A5D3-BCCE-65F0CA7BC316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6592823" y="2535214"/>
                          <a:ext cx="3016467" cy="369332"/>
                        </a:xfrm>
                        <a:prstGeom prst="rect">
                          <a:avLst/>
                        </a:prstGeom>
                        <a:blipFill>
                          <a:blip r:embed="rId6"/>
                          <a:stretch>
                            <a:fillRect b="-12903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KR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mc:AlternateContent xmlns:mc="http://schemas.openxmlformats.org/markup-compatibility/2006">
                  <mc:Choice xmlns:a14="http://schemas.microsoft.com/office/drawing/2010/main" Requires="a14">
                    <p:sp>
                      <p:nvSpPr>
                        <p:cNvPr id="13" name="TextBox 12">
                          <a:extLst>
                            <a:ext uri="{FF2B5EF4-FFF2-40B4-BE49-F238E27FC236}">
                              <a16:creationId xmlns:a16="http://schemas.microsoft.com/office/drawing/2014/main" id="{335CF307-029C-CBDF-D2F5-63F56CC63755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5973425" y="2140909"/>
                          <a:ext cx="793551" cy="369332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</p:spPr>
                      <p:txBody>
                        <a:bodyPr wrap="none" rtlCol="0">
                          <a:spAutoFit/>
                        </a:bodyPr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>
                                        <a:latin typeface="Cambria Math" panose="02040503050406030204" pitchFamily="18" charset="0"/>
                                      </a:rPr>
                                      <m:t>𝜌</m:t>
                                    </m:r>
                                  </m:e>
                                  <m:sub>
                                    <m:r>
                                      <a:rPr lang="en-US" b="0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r>
                                  <a:rPr lang="en-US" b="0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KR"/>
                        </a:p>
                      </p:txBody>
                    </p:sp>
                  </mc:Choice>
                  <mc:Fallback>
                    <p:sp>
                      <p:nvSpPr>
                        <p:cNvPr id="13" name="TextBox 12">
                          <a:extLst>
                            <a:ext uri="{FF2B5EF4-FFF2-40B4-BE49-F238E27FC236}">
                              <a16:creationId xmlns:a16="http://schemas.microsoft.com/office/drawing/2014/main" id="{335CF307-029C-CBDF-D2F5-63F56CC63755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5973425" y="2140909"/>
                          <a:ext cx="793551" cy="369332"/>
                        </a:xfrm>
                        <a:prstGeom prst="rect">
                          <a:avLst/>
                        </a:prstGeom>
                        <a:blipFill>
                          <a:blip r:embed="rId7"/>
                          <a:stretch>
                            <a:fillRect b="-17241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KR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p:pic>
                  <p:nvPicPr>
                    <p:cNvPr id="14" name="Picture 2" descr="The volume rendering pipeline">
                      <a:extLst>
                        <a:ext uri="{FF2B5EF4-FFF2-40B4-BE49-F238E27FC236}">
                          <a16:creationId xmlns:a16="http://schemas.microsoft.com/office/drawing/2014/main" id="{564877B3-26E7-5340-B33E-1C60BD1CCA2B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>
                    <a:blip r:embed="rId8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/>
                    <a:stretch>
                      <a:fillRect/>
                    </a:stretch>
                  </p:blipFill>
                  <p:spPr bwMode="auto">
                    <a:xfrm>
                      <a:off x="6809486" y="244756"/>
                      <a:ext cx="3511550" cy="1865511"/>
                    </a:xfrm>
                    <a:prstGeom prst="rect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sp>
                  <p:nvSpPr>
                    <p:cNvPr id="17" name="Rounded Rectangle 16">
                      <a:extLst>
                        <a:ext uri="{FF2B5EF4-FFF2-40B4-BE49-F238E27FC236}">
                          <a16:creationId xmlns:a16="http://schemas.microsoft.com/office/drawing/2014/main" id="{F0E5BA0D-A453-62C8-ADAC-1B92ADF1971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297119" y="1466743"/>
                      <a:ext cx="2148633" cy="674166"/>
                    </a:xfrm>
                    <a:prstGeom prst="roundRect">
                      <a:avLst/>
                    </a:prstGeom>
                    <a:solidFill>
                      <a:srgbClr val="FF0000">
                        <a:alpha val="29804"/>
                      </a:srgbClr>
                    </a:solidFill>
                    <a:ln>
                      <a:solidFill>
                        <a:srgbClr val="FF0000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KR"/>
                    </a:p>
                  </p:txBody>
                </p:sp>
                <mc:AlternateContent xmlns:mc="http://schemas.openxmlformats.org/markup-compatibility/2006">
                  <mc:Choice xmlns:a14="http://schemas.microsoft.com/office/drawing/2010/main" Requires="a14">
                    <p:sp>
                      <p:nvSpPr>
                        <p:cNvPr id="18" name="TextBox 17">
                          <a:extLst>
                            <a:ext uri="{FF2B5EF4-FFF2-40B4-BE49-F238E27FC236}">
                              <a16:creationId xmlns:a16="http://schemas.microsoft.com/office/drawing/2014/main" id="{39BC3890-83E2-82F4-000F-815B8E5A8FCA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7603037" y="2037340"/>
                          <a:ext cx="363818" cy="369332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rtlCol="0">
                          <a:spAutoFit/>
                        </a:bodyPr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>
                                    <a:latin typeface="Cambria Math" panose="02040503050406030204" pitchFamily="18" charset="0"/>
                                  </a:rPr>
                                  <m:t>𝜌</m:t>
                                </m:r>
                              </m:oMath>
                            </m:oMathPara>
                          </a14:m>
                          <a:endParaRPr lang="en-KR"/>
                        </a:p>
                      </p:txBody>
                    </p:sp>
                  </mc:Choice>
                  <mc:Fallback>
                    <p:sp>
                      <p:nvSpPr>
                        <p:cNvPr id="18" name="TextBox 17">
                          <a:extLst>
                            <a:ext uri="{FF2B5EF4-FFF2-40B4-BE49-F238E27FC236}">
                              <a16:creationId xmlns:a16="http://schemas.microsoft.com/office/drawing/2014/main" id="{39BC3890-83E2-82F4-000F-815B8E5A8FCA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7603037" y="2037340"/>
                          <a:ext cx="363818" cy="369332"/>
                        </a:xfrm>
                        <a:prstGeom prst="rect">
                          <a:avLst/>
                        </a:prstGeom>
                        <a:blipFill>
                          <a:blip r:embed="rId9"/>
                          <a:stretch>
                            <a:fillRect b="-10000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KR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mc:AlternateContent xmlns:mc="http://schemas.openxmlformats.org/markup-compatibility/2006">
                  <mc:Choice xmlns:a14="http://schemas.microsoft.com/office/drawing/2010/main" Requires="a14">
                    <p:sp>
                      <p:nvSpPr>
                        <p:cNvPr id="19" name="TextBox 18">
                          <a:extLst>
                            <a:ext uri="{FF2B5EF4-FFF2-40B4-BE49-F238E27FC236}">
                              <a16:creationId xmlns:a16="http://schemas.microsoft.com/office/drawing/2014/main" id="{20CD1CC7-FB7D-4AA0-E756-8C8397DEF11D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8694449" y="2055614"/>
                          <a:ext cx="393185" cy="369332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rtlCol="0">
                          <a:spAutoFit/>
                        </a:bodyPr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oMath>
                            </m:oMathPara>
                          </a14:m>
                          <a:endParaRPr lang="en-KR"/>
                        </a:p>
                      </p:txBody>
                    </p:sp>
                  </mc:Choice>
                  <mc:Fallback>
                    <p:sp>
                      <p:nvSpPr>
                        <p:cNvPr id="19" name="TextBox 18">
                          <a:extLst>
                            <a:ext uri="{FF2B5EF4-FFF2-40B4-BE49-F238E27FC236}">
                              <a16:creationId xmlns:a16="http://schemas.microsoft.com/office/drawing/2014/main" id="{20CD1CC7-FB7D-4AA0-E756-8C8397DEF11D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8694449" y="2055614"/>
                          <a:ext cx="393185" cy="369332"/>
                        </a:xfrm>
                        <a:prstGeom prst="rect">
                          <a:avLst/>
                        </a:prstGeom>
                        <a:blipFill>
                          <a:blip r:embed="rId10"/>
                          <a:stretch>
                            <a:fillRect b="-13333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KR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p:cxnSp>
                  <p:nvCxnSpPr>
                    <p:cNvPr id="21" name="Straight Arrow Connector 20">
                      <a:extLst>
                        <a:ext uri="{FF2B5EF4-FFF2-40B4-BE49-F238E27FC236}">
                          <a16:creationId xmlns:a16="http://schemas.microsoft.com/office/drawing/2014/main" id="{574EB2A2-7FB0-13DF-9B61-32EC7D9D7B51}"/>
                        </a:ext>
                      </a:extLst>
                    </p:cNvPr>
                    <p:cNvCxnSpPr>
                      <a:cxnSpLocks/>
                      <a:stCxn id="17" idx="2"/>
                    </p:cNvCxnSpPr>
                    <p:nvPr/>
                  </p:nvCxnSpPr>
                  <p:spPr>
                    <a:xfrm flipH="1">
                      <a:off x="7819165" y="2140909"/>
                      <a:ext cx="552271" cy="413965"/>
                    </a:xfrm>
                    <a:prstGeom prst="straightConnector1">
                      <a:avLst/>
                    </a:prstGeom>
                    <a:ln>
                      <a:solidFill>
                        <a:srgbClr val="FF0000"/>
                      </a:solidFill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26" name="TextBox 25">
                        <a:extLst>
                          <a:ext uri="{FF2B5EF4-FFF2-40B4-BE49-F238E27FC236}">
                            <a16:creationId xmlns:a16="http://schemas.microsoft.com/office/drawing/2014/main" id="{B9D8039B-1956-F5D5-94E1-B0D66749A9F0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9381115" y="2140428"/>
                        <a:ext cx="1687385" cy="370294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ko-KR" sz="1600" b="0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m</m:t>
                              </m:r>
                              <m:d>
                                <m:dPr>
                                  <m:ctrlPr>
                                    <a:rPr lang="en-US" altLang="ko-KR" sz="1600" b="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1600" b="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</m:d>
                              <m:r>
                                <a:rPr lang="en-US" sz="1600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1600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  <m:d>
                                <m:dPr>
                                  <m:ctrlPr>
                                    <a:rPr lang="en-US" sz="1600" b="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b="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  <m:d>
                                    <m:dPr>
                                      <m:ctrlPr>
                                        <a:rPr lang="en-US" sz="1600" b="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600" b="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</m:d>
                                </m:e>
                              </m:d>
                            </m:oMath>
                          </m:oMathPara>
                        </a14:m>
                        <a:endParaRPr lang="en-KR" sz="1600">
                          <a:solidFill>
                            <a:srgbClr val="FF0000"/>
                          </a:solidFill>
                        </a:endParaRPr>
                      </a:p>
                    </p:txBody>
                  </p:sp>
                </mc:Choice>
                <mc:Fallback>
                  <p:sp>
                    <p:nvSpPr>
                      <p:cNvPr id="26" name="TextBox 25">
                        <a:extLst>
                          <a:ext uri="{FF2B5EF4-FFF2-40B4-BE49-F238E27FC236}">
                            <a16:creationId xmlns:a16="http://schemas.microsoft.com/office/drawing/2014/main" id="{B9D8039B-1956-F5D5-94E1-B0D66749A9F0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9381115" y="2140428"/>
                        <a:ext cx="1687385" cy="370294"/>
                      </a:xfrm>
                      <a:prstGeom prst="rect">
                        <a:avLst/>
                      </a:prstGeom>
                      <a:blipFill>
                        <a:blip r:embed="rId11"/>
                        <a:stretch>
                          <a:fillRect b="-6897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KR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438C4C61-AC00-46ED-A7F7-5EAE23B81AB8}"/>
                    </a:ext>
                  </a:extLst>
                </p:cNvPr>
                <p:cNvSpPr/>
                <p:nvPr/>
              </p:nvSpPr>
              <p:spPr>
                <a:xfrm rot="19986912">
                  <a:off x="4622602" y="2037340"/>
                  <a:ext cx="1197864" cy="348034"/>
                </a:xfrm>
                <a:prstGeom prst="ellipse">
                  <a:avLst/>
                </a:prstGeom>
                <a:solidFill>
                  <a:srgbClr val="17A7E4">
                    <a:alpha val="2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KR"/>
                </a:p>
              </p:txBody>
            </p:sp>
            <p:sp>
              <p:nvSpPr>
                <p:cNvPr id="29" name="Oval 28">
                  <a:extLst>
                    <a:ext uri="{FF2B5EF4-FFF2-40B4-BE49-F238E27FC236}">
                      <a16:creationId xmlns:a16="http://schemas.microsoft.com/office/drawing/2014/main" id="{E54C7732-08C9-3A4D-CFAA-E4148B991D10}"/>
                    </a:ext>
                  </a:extLst>
                </p:cNvPr>
                <p:cNvSpPr/>
                <p:nvPr/>
              </p:nvSpPr>
              <p:spPr>
                <a:xfrm rot="2700210">
                  <a:off x="4338468" y="2391429"/>
                  <a:ext cx="1197864" cy="348034"/>
                </a:xfrm>
                <a:prstGeom prst="ellipse">
                  <a:avLst/>
                </a:prstGeom>
                <a:solidFill>
                  <a:srgbClr val="FFC000">
                    <a:alpha val="2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KR"/>
                </a:p>
              </p:txBody>
            </p:sp>
            <p:sp>
              <p:nvSpPr>
                <p:cNvPr id="30" name="Oval 29">
                  <a:extLst>
                    <a:ext uri="{FF2B5EF4-FFF2-40B4-BE49-F238E27FC236}">
                      <a16:creationId xmlns:a16="http://schemas.microsoft.com/office/drawing/2014/main" id="{B9322788-CBF2-899A-43D6-811109DB9A27}"/>
                    </a:ext>
                  </a:extLst>
                </p:cNvPr>
                <p:cNvSpPr/>
                <p:nvPr/>
              </p:nvSpPr>
              <p:spPr>
                <a:xfrm rot="8605131">
                  <a:off x="4594371" y="3037589"/>
                  <a:ext cx="1197864" cy="348034"/>
                </a:xfrm>
                <a:prstGeom prst="ellipse">
                  <a:avLst/>
                </a:prstGeom>
                <a:solidFill>
                  <a:srgbClr val="FF0000">
                    <a:alpha val="2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KR"/>
                </a:p>
              </p:txBody>
            </p:sp>
            <p:sp>
              <p:nvSpPr>
                <p:cNvPr id="31" name="Oval 30">
                  <a:extLst>
                    <a:ext uri="{FF2B5EF4-FFF2-40B4-BE49-F238E27FC236}">
                      <a16:creationId xmlns:a16="http://schemas.microsoft.com/office/drawing/2014/main" id="{5CB3C6E2-B0CE-A84C-A718-2F268857022B}"/>
                    </a:ext>
                  </a:extLst>
                </p:cNvPr>
                <p:cNvSpPr/>
                <p:nvPr/>
              </p:nvSpPr>
              <p:spPr>
                <a:xfrm rot="11555176">
                  <a:off x="4359839" y="3360454"/>
                  <a:ext cx="1197864" cy="348034"/>
                </a:xfrm>
                <a:prstGeom prst="ellipse">
                  <a:avLst/>
                </a:prstGeom>
                <a:solidFill>
                  <a:schemeClr val="accent6">
                    <a:alpha val="2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KR"/>
                </a:p>
              </p:txBody>
            </p: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3D711F54-F4BF-69CD-B2C6-30C4695E9A24}"/>
                    </a:ext>
                  </a:extLst>
                </p:cNvPr>
                <p:cNvSpPr/>
                <p:nvPr/>
              </p:nvSpPr>
              <p:spPr>
                <a:xfrm rot="12566392">
                  <a:off x="4945593" y="2632629"/>
                  <a:ext cx="1197864" cy="348034"/>
                </a:xfrm>
                <a:prstGeom prst="ellipse">
                  <a:avLst/>
                </a:prstGeom>
                <a:solidFill>
                  <a:schemeClr val="accent5">
                    <a:lumMod val="75000"/>
                    <a:alpha val="2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KR"/>
                </a:p>
              </p:txBody>
            </p:sp>
          </p:grpSp>
          <p:pic>
            <p:nvPicPr>
              <p:cNvPr id="34" name="Picture 33">
                <a:extLst>
                  <a:ext uri="{FF2B5EF4-FFF2-40B4-BE49-F238E27FC236}">
                    <a16:creationId xmlns:a16="http://schemas.microsoft.com/office/drawing/2014/main" id="{AF04E47E-BE24-65EC-67CF-3E82DCCBD61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rcRect t="20493" b="3001"/>
              <a:stretch/>
            </p:blipFill>
            <p:spPr>
              <a:xfrm rot="5400000">
                <a:off x="-54140" y="3590296"/>
                <a:ext cx="3745593" cy="1563623"/>
              </a:xfrm>
              <a:prstGeom prst="rect">
                <a:avLst/>
              </a:prstGeom>
              <a:ln>
                <a:solidFill>
                  <a:schemeClr val="accent2">
                    <a:lumMod val="75000"/>
                  </a:schemeClr>
                </a:solidFill>
              </a:ln>
            </p:spPr>
          </p:pic>
          <p:cxnSp>
            <p:nvCxnSpPr>
              <p:cNvPr id="36" name="Curved Connector 35">
                <a:extLst>
                  <a:ext uri="{FF2B5EF4-FFF2-40B4-BE49-F238E27FC236}">
                    <a16:creationId xmlns:a16="http://schemas.microsoft.com/office/drawing/2014/main" id="{8B5D4F6F-65F8-A812-A9C9-418F65E0F9A1}"/>
                  </a:ext>
                </a:extLst>
              </p:cNvPr>
              <p:cNvCxnSpPr/>
              <p:nvPr/>
            </p:nvCxnSpPr>
            <p:spPr>
              <a:xfrm rot="10800000" flipV="1">
                <a:off x="2676293" y="4683512"/>
                <a:ext cx="880946" cy="635620"/>
              </a:xfrm>
              <a:prstGeom prst="curvedConnector3">
                <a:avLst>
                  <a:gd name="adj1" fmla="val 12025"/>
                </a:avLst>
              </a:prstGeom>
              <a:ln>
                <a:solidFill>
                  <a:schemeClr val="accent2">
                    <a:lumMod val="75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Curved Connector 37">
                <a:extLst>
                  <a:ext uri="{FF2B5EF4-FFF2-40B4-BE49-F238E27FC236}">
                    <a16:creationId xmlns:a16="http://schemas.microsoft.com/office/drawing/2014/main" id="{36B8B5CF-3D09-53C0-6A2B-D9825590133C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V="1">
                <a:off x="2746915" y="2414016"/>
                <a:ext cx="1776762" cy="751032"/>
              </a:xfrm>
              <a:prstGeom prst="curvedConnector3">
                <a:avLst>
                  <a:gd name="adj1" fmla="val 50000"/>
                </a:avLst>
              </a:prstGeom>
              <a:ln>
                <a:solidFill>
                  <a:schemeClr val="accent2">
                    <a:lumMod val="75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52BFAA5E-52FD-9BE5-E78D-8C9648557044}"/>
                </a:ext>
              </a:extLst>
            </p:cNvPr>
            <p:cNvSpPr/>
            <p:nvPr/>
          </p:nvSpPr>
          <p:spPr>
            <a:xfrm>
              <a:off x="6869033" y="1307147"/>
              <a:ext cx="724860" cy="2992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KR" sz="800"/>
                <a:t>World Coordinate</a:t>
              </a: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DB86C844-7CB4-1257-FDE5-1604D3908279}"/>
                </a:ext>
              </a:extLst>
            </p:cNvPr>
            <p:cNvSpPr/>
            <p:nvPr/>
          </p:nvSpPr>
          <p:spPr>
            <a:xfrm>
              <a:off x="7999861" y="1307146"/>
              <a:ext cx="724860" cy="2992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KR" sz="800"/>
                <a:t>Object</a:t>
              </a:r>
            </a:p>
            <a:p>
              <a:pPr algn="ctr"/>
              <a:r>
                <a:rPr lang="en-KR" sz="800"/>
                <a:t>Coordinate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300708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83B65-A7A7-79D7-3FA4-5095535EC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AD4666F7-4D8D-68EF-303C-C3757D5C6B3C}"/>
              </a:ext>
            </a:extLst>
          </p:cNvPr>
          <p:cNvGrpSpPr/>
          <p:nvPr/>
        </p:nvGrpSpPr>
        <p:grpSpPr>
          <a:xfrm>
            <a:off x="171885" y="801574"/>
            <a:ext cx="6107830" cy="5003800"/>
            <a:chOff x="6084170" y="801574"/>
            <a:chExt cx="6107830" cy="50038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6439D2EB-52C3-A8E0-1E4D-1D36665A54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4907"/>
            <a:stretch/>
          </p:blipFill>
          <p:spPr>
            <a:xfrm>
              <a:off x="7145229" y="801574"/>
              <a:ext cx="5046771" cy="5003800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87E89B2-78BF-1349-14FB-54773757E921}"/>
                </a:ext>
              </a:extLst>
            </p:cNvPr>
            <p:cNvSpPr txBox="1"/>
            <p:nvPr/>
          </p:nvSpPr>
          <p:spPr>
            <a:xfrm>
              <a:off x="6096000" y="3836874"/>
              <a:ext cx="160903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KR" sz="1400" b="1"/>
                <a:t>(Sec 3.2.)</a:t>
              </a:r>
            </a:p>
            <a:p>
              <a:r>
                <a:rPr lang="en-KR" sz="1400" b="1"/>
                <a:t>Surface sampling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08D92A6-94EA-28E8-B529-6E6FBCCB8198}"/>
                </a:ext>
              </a:extLst>
            </p:cNvPr>
            <p:cNvSpPr txBox="1"/>
            <p:nvPr/>
          </p:nvSpPr>
          <p:spPr>
            <a:xfrm>
              <a:off x="6084170" y="1510085"/>
              <a:ext cx="159813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KR" sz="1400" b="1"/>
                <a:t>(Sec 3.1.)</a:t>
              </a:r>
            </a:p>
            <a:p>
              <a:r>
                <a:rPr lang="en-KR" sz="1400" b="1"/>
                <a:t>Volume sampling</a:t>
              </a:r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07DCC6CB-ADA7-D18C-9882-B2B42AA766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1321" y="3429000"/>
            <a:ext cx="4144337" cy="2045140"/>
          </a:xfrm>
          <a:prstGeom prst="rect">
            <a:avLst/>
          </a:prstGeom>
          <a:ln>
            <a:solidFill>
              <a:srgbClr val="FFC000"/>
            </a:solidFill>
          </a:ln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6A74FFE-DCF2-04A0-72FF-C8E1E159B7E4}"/>
              </a:ext>
            </a:extLst>
          </p:cNvPr>
          <p:cNvCxnSpPr/>
          <p:nvPr/>
        </p:nvCxnSpPr>
        <p:spPr>
          <a:xfrm>
            <a:off x="183715" y="3303474"/>
            <a:ext cx="10601195" cy="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C75070DB-2FC0-40CE-697C-B8CBA7C992E7}"/>
              </a:ext>
            </a:extLst>
          </p:cNvPr>
          <p:cNvSpPr/>
          <p:nvPr/>
        </p:nvSpPr>
        <p:spPr>
          <a:xfrm>
            <a:off x="2843408" y="3369501"/>
            <a:ext cx="3252592" cy="1653436"/>
          </a:xfrm>
          <a:prstGeom prst="round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27" name="Right Arrow 26">
            <a:extLst>
              <a:ext uri="{FF2B5EF4-FFF2-40B4-BE49-F238E27FC236}">
                <a16:creationId xmlns:a16="http://schemas.microsoft.com/office/drawing/2014/main" id="{F0402B0C-780B-538B-C3ED-8656FF8E112D}"/>
              </a:ext>
            </a:extLst>
          </p:cNvPr>
          <p:cNvSpPr/>
          <p:nvPr/>
        </p:nvSpPr>
        <p:spPr>
          <a:xfrm>
            <a:off x="6185770" y="3973224"/>
            <a:ext cx="371606" cy="250520"/>
          </a:xfrm>
          <a:prstGeom prst="right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pic>
        <p:nvPicPr>
          <p:cNvPr id="11266" name="Picture 2" descr="The volume rendering pipeline">
            <a:extLst>
              <a:ext uri="{FF2B5EF4-FFF2-40B4-BE49-F238E27FC236}">
                <a16:creationId xmlns:a16="http://schemas.microsoft.com/office/drawing/2014/main" id="{8CAE8DA9-124D-5FA4-D62C-85D7E1992B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1321" y="478598"/>
            <a:ext cx="4598987" cy="2443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6412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4CB8F4-F495-D05A-3E76-3DCFD665A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938409F5-995F-F772-F36A-157748F69E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823" y="3314700"/>
            <a:ext cx="5702300" cy="31115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3365A04-C026-4B51-F9BF-C4CA782ED1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936" y="6711777"/>
            <a:ext cx="2616200" cy="596900"/>
          </a:xfrm>
          <a:prstGeom prst="rect">
            <a:avLst/>
          </a:prstGeom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F7842C2F-B284-8EF4-721E-BAED5DE8A5D6}"/>
              </a:ext>
            </a:extLst>
          </p:cNvPr>
          <p:cNvGrpSpPr/>
          <p:nvPr/>
        </p:nvGrpSpPr>
        <p:grpSpPr>
          <a:xfrm>
            <a:off x="6324600" y="2125465"/>
            <a:ext cx="5867400" cy="4300735"/>
            <a:chOff x="6324600" y="1868374"/>
            <a:chExt cx="5867400" cy="4300735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C7E7B428-FA4F-7325-6540-1D11AC972B34}"/>
                </a:ext>
              </a:extLst>
            </p:cNvPr>
            <p:cNvGrpSpPr/>
            <p:nvPr/>
          </p:nvGrpSpPr>
          <p:grpSpPr>
            <a:xfrm>
              <a:off x="6324600" y="1868374"/>
              <a:ext cx="5867400" cy="3937000"/>
              <a:chOff x="6324600" y="1868374"/>
              <a:chExt cx="5867400" cy="3937000"/>
            </a:xfrm>
          </p:grpSpPr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0670883B-C0F3-C715-8FBA-54C5101D013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324600" y="1868374"/>
                <a:ext cx="5867400" cy="3937000"/>
              </a:xfrm>
              <a:prstGeom prst="rect">
                <a:avLst/>
              </a:prstGeom>
            </p:spPr>
          </p:pic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96EB174-1838-E081-9348-E378CEB28423}"/>
                  </a:ext>
                </a:extLst>
              </p:cNvPr>
              <p:cNvSpPr txBox="1"/>
              <p:nvPr/>
            </p:nvSpPr>
            <p:spPr>
              <a:xfrm>
                <a:off x="6530755" y="2659791"/>
                <a:ext cx="13676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KR"/>
                  <a:t>e.g., Texture</a:t>
                </a:r>
              </a:p>
            </p:txBody>
          </p:sp>
        </p:grp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4A8CECA0-39E9-0CE3-F9CB-9A08B5E3C570}"/>
                </a:ext>
              </a:extLst>
            </p:cNvPr>
            <p:cNvCxnSpPr/>
            <p:nvPr/>
          </p:nvCxnSpPr>
          <p:spPr>
            <a:xfrm flipH="1">
              <a:off x="7252570" y="5840870"/>
              <a:ext cx="3657600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77CB04BB-B4F5-6EC5-0B58-63C7AD8E1B34}"/>
                    </a:ext>
                  </a:extLst>
                </p:cNvPr>
                <p:cNvSpPr txBox="1"/>
                <p:nvPr/>
              </p:nvSpPr>
              <p:spPr>
                <a:xfrm>
                  <a:off x="7413255" y="5856523"/>
                  <a:ext cx="4109779" cy="31258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KR" sz="1400"/>
                    <a:t>2D to 2D compound inverse mapping </a:t>
                  </a:r>
                  <a14:m>
                    <m:oMath xmlns:m="http://schemas.openxmlformats.org/officeDocument/2006/math">
                      <m:r>
                        <a:rPr lang="en-US" sz="1400" b="1" i="1">
                          <a:latin typeface="Cambria Math" panose="02040503050406030204" pitchFamily="18" charset="0"/>
                        </a:rPr>
                        <m:t>𝒖</m:t>
                      </m:r>
                      <m:r>
                        <a:rPr lang="en-US" sz="1400" b="1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p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r>
                        <a:rPr lang="en-US" sz="1400" b="1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400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14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en-KR" sz="1400" b="1"/>
                    <a:t>  </a:t>
                  </a:r>
                </a:p>
              </p:txBody>
            </p:sp>
          </mc:Choice>
          <mc:Fallback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77CB04BB-B4F5-6EC5-0B58-63C7AD8E1B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13255" y="5856523"/>
                  <a:ext cx="4109779" cy="312586"/>
                </a:xfrm>
                <a:prstGeom prst="rect">
                  <a:avLst/>
                </a:prstGeom>
                <a:blipFill>
                  <a:blip r:embed="rId5"/>
                  <a:stretch>
                    <a:fillRect l="-308" t="-4000" b="-20000"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10242" name="Picture 2" descr="Visualization of Splatting">
            <a:extLst>
              <a:ext uri="{FF2B5EF4-FFF2-40B4-BE49-F238E27FC236}">
                <a16:creationId xmlns:a16="http://schemas.microsoft.com/office/drawing/2014/main" id="{8656704A-10A5-D371-306D-5E3A21BAF8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41" y="308510"/>
            <a:ext cx="5109882" cy="2720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4" name="Picture 4" descr="Surfel Attributes">
            <a:extLst>
              <a:ext uri="{FF2B5EF4-FFF2-40B4-BE49-F238E27FC236}">
                <a16:creationId xmlns:a16="http://schemas.microsoft.com/office/drawing/2014/main" id="{92F30BE8-839D-1379-31F1-A5567EFDF8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4936" y="-2541964"/>
            <a:ext cx="5872294" cy="3000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90084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E07C4-8938-DCF6-1CFD-B6048CE2D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C64F991F-5785-A828-193E-6B39523D3E3D}"/>
              </a:ext>
            </a:extLst>
          </p:cNvPr>
          <p:cNvGrpSpPr/>
          <p:nvPr/>
        </p:nvGrpSpPr>
        <p:grpSpPr>
          <a:xfrm>
            <a:off x="123924" y="-715029"/>
            <a:ext cx="11729873" cy="2782866"/>
            <a:chOff x="341042" y="525049"/>
            <a:chExt cx="11729873" cy="2782866"/>
          </a:xfrm>
        </p:grpSpPr>
        <p:pic>
          <p:nvPicPr>
            <p:cNvPr id="6" name="Picture 6">
              <a:extLst>
                <a:ext uri="{FF2B5EF4-FFF2-40B4-BE49-F238E27FC236}">
                  <a16:creationId xmlns:a16="http://schemas.microsoft.com/office/drawing/2014/main" id="{6D50632C-558C-B744-2643-C248C6C505F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1042" y="525049"/>
              <a:ext cx="5345776" cy="26728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218" name="Picture 2">
              <a:extLst>
                <a:ext uri="{FF2B5EF4-FFF2-40B4-BE49-F238E27FC236}">
                  <a16:creationId xmlns:a16="http://schemas.microsoft.com/office/drawing/2014/main" id="{FA56BB94-9476-8606-AC2D-EA0C95C9BC2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05183" y="525049"/>
              <a:ext cx="5565732" cy="278286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Right Arrow 6">
              <a:extLst>
                <a:ext uri="{FF2B5EF4-FFF2-40B4-BE49-F238E27FC236}">
                  <a16:creationId xmlns:a16="http://schemas.microsoft.com/office/drawing/2014/main" id="{42292D84-71FE-A65C-CDC8-DE722D36DB76}"/>
                </a:ext>
              </a:extLst>
            </p:cNvPr>
            <p:cNvSpPr/>
            <p:nvPr/>
          </p:nvSpPr>
          <p:spPr>
            <a:xfrm>
              <a:off x="5891409" y="1716065"/>
              <a:ext cx="409183" cy="400833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AA0E86E-CD39-5E55-D10D-5E5241EF02B5}"/>
              </a:ext>
            </a:extLst>
          </p:cNvPr>
          <p:cNvGrpSpPr/>
          <p:nvPr/>
        </p:nvGrpSpPr>
        <p:grpSpPr>
          <a:xfrm>
            <a:off x="1470482" y="2932565"/>
            <a:ext cx="3999218" cy="3744010"/>
            <a:chOff x="1470482" y="2932565"/>
            <a:chExt cx="3999218" cy="3744010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D3944049-2315-51B7-765B-BEB7AD3510C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470482" y="3126774"/>
              <a:ext cx="3964013" cy="3482484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32D7A85-8752-6E89-0DA2-E7F3ABED4CA5}"/>
                </a:ext>
              </a:extLst>
            </p:cNvPr>
            <p:cNvSpPr/>
            <p:nvPr/>
          </p:nvSpPr>
          <p:spPr>
            <a:xfrm>
              <a:off x="1501360" y="3126774"/>
              <a:ext cx="1982007" cy="3549801"/>
            </a:xfrm>
            <a:prstGeom prst="rect">
              <a:avLst/>
            </a:prstGeom>
            <a:solidFill>
              <a:srgbClr val="FFFFFF">
                <a:alpha val="74902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5C1F6CF-E599-CB9D-09C8-7CCF5957E784}"/>
                </a:ext>
              </a:extLst>
            </p:cNvPr>
            <p:cNvSpPr/>
            <p:nvPr/>
          </p:nvSpPr>
          <p:spPr>
            <a:xfrm>
              <a:off x="3487693" y="2932565"/>
              <a:ext cx="1982007" cy="1967577"/>
            </a:xfrm>
            <a:prstGeom prst="rect">
              <a:avLst/>
            </a:prstGeom>
            <a:solidFill>
              <a:srgbClr val="FFFFFF">
                <a:alpha val="74902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/>
            </a:p>
          </p:txBody>
        </p:sp>
      </p:grpSp>
    </p:spTree>
    <p:extLst>
      <p:ext uri="{BB962C8B-B14F-4D97-AF65-F5344CB8AC3E}">
        <p14:creationId xmlns:p14="http://schemas.microsoft.com/office/powerpoint/2010/main" val="17224292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DE7CD-13A1-067C-78E8-DBC9DEB22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roup 44">
            <a:extLst>
              <a:ext uri="{FF2B5EF4-FFF2-40B4-BE49-F238E27FC236}">
                <a16:creationId xmlns:a16="http://schemas.microsoft.com/office/drawing/2014/main" id="{CF180AFD-9D25-2B93-5CAD-3618D69EB3EE}"/>
              </a:ext>
            </a:extLst>
          </p:cNvPr>
          <p:cNvGrpSpPr/>
          <p:nvPr/>
        </p:nvGrpSpPr>
        <p:grpSpPr>
          <a:xfrm>
            <a:off x="1053461" y="885895"/>
            <a:ext cx="10384189" cy="4092463"/>
            <a:chOff x="1053461" y="885895"/>
            <a:chExt cx="10384189" cy="4092463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781F882E-EF0F-A7BB-37DE-2B3694F1E001}"/>
                </a:ext>
              </a:extLst>
            </p:cNvPr>
            <p:cNvGrpSpPr/>
            <p:nvPr/>
          </p:nvGrpSpPr>
          <p:grpSpPr>
            <a:xfrm>
              <a:off x="1053461" y="885895"/>
              <a:ext cx="10384189" cy="4092463"/>
              <a:chOff x="1053461" y="885895"/>
              <a:chExt cx="10384189" cy="4092463"/>
            </a:xfrm>
          </p:grpSpPr>
          <p:grpSp>
            <p:nvGrpSpPr>
              <p:cNvPr id="39" name="Group 38">
                <a:extLst>
                  <a:ext uri="{FF2B5EF4-FFF2-40B4-BE49-F238E27FC236}">
                    <a16:creationId xmlns:a16="http://schemas.microsoft.com/office/drawing/2014/main" id="{7B2A5D18-4AED-9C0A-976B-2005F855BD6E}"/>
                  </a:ext>
                </a:extLst>
              </p:cNvPr>
              <p:cNvGrpSpPr/>
              <p:nvPr/>
            </p:nvGrpSpPr>
            <p:grpSpPr>
              <a:xfrm>
                <a:off x="1053461" y="885895"/>
                <a:ext cx="10384189" cy="4092463"/>
                <a:chOff x="1053461" y="885895"/>
                <a:chExt cx="10384189" cy="4092463"/>
              </a:xfrm>
            </p:grpSpPr>
            <p:grpSp>
              <p:nvGrpSpPr>
                <p:cNvPr id="37" name="Group 36">
                  <a:extLst>
                    <a:ext uri="{FF2B5EF4-FFF2-40B4-BE49-F238E27FC236}">
                      <a16:creationId xmlns:a16="http://schemas.microsoft.com/office/drawing/2014/main" id="{B29989AF-0F44-FD62-8834-BD687AEBCD86}"/>
                    </a:ext>
                  </a:extLst>
                </p:cNvPr>
                <p:cNvGrpSpPr/>
                <p:nvPr/>
              </p:nvGrpSpPr>
              <p:grpSpPr>
                <a:xfrm>
                  <a:off x="1053461" y="885895"/>
                  <a:ext cx="3999218" cy="4092463"/>
                  <a:chOff x="143702" y="-56976"/>
                  <a:chExt cx="5906697" cy="6044417"/>
                </a:xfrm>
              </p:grpSpPr>
              <p:pic>
                <p:nvPicPr>
                  <p:cNvPr id="6" name="Picture 5">
                    <a:extLst>
                      <a:ext uri="{FF2B5EF4-FFF2-40B4-BE49-F238E27FC236}">
                        <a16:creationId xmlns:a16="http://schemas.microsoft.com/office/drawing/2014/main" id="{411A0284-C9A4-AFFA-85B2-52FF1B1B1BC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43702" y="744516"/>
                    <a:ext cx="5854700" cy="5143500"/>
                  </a:xfrm>
                  <a:prstGeom prst="rect">
                    <a:avLst/>
                  </a:prstGeom>
                </p:spPr>
              </p:pic>
              <p:sp>
                <p:nvSpPr>
                  <p:cNvPr id="8" name="Rectangle 7">
                    <a:extLst>
                      <a:ext uri="{FF2B5EF4-FFF2-40B4-BE49-F238E27FC236}">
                        <a16:creationId xmlns:a16="http://schemas.microsoft.com/office/drawing/2014/main" id="{9AA5A96D-44BC-1026-C227-F6900BB6866F}"/>
                      </a:ext>
                    </a:extLst>
                  </p:cNvPr>
                  <p:cNvSpPr/>
                  <p:nvPr/>
                </p:nvSpPr>
                <p:spPr>
                  <a:xfrm>
                    <a:off x="189307" y="744516"/>
                    <a:ext cx="2927351" cy="5242925"/>
                  </a:xfrm>
                  <a:prstGeom prst="rect">
                    <a:avLst/>
                  </a:prstGeom>
                  <a:solidFill>
                    <a:srgbClr val="FFFFFF">
                      <a:alpha val="74902"/>
                    </a:srgb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KR"/>
                  </a:p>
                </p:txBody>
              </p:sp>
              <p:sp>
                <p:nvSpPr>
                  <p:cNvPr id="9" name="Rectangle 8">
                    <a:extLst>
                      <a:ext uri="{FF2B5EF4-FFF2-40B4-BE49-F238E27FC236}">
                        <a16:creationId xmlns:a16="http://schemas.microsoft.com/office/drawing/2014/main" id="{3E798CFE-2F4C-EA4B-4648-2027F6F2E55F}"/>
                      </a:ext>
                    </a:extLst>
                  </p:cNvPr>
                  <p:cNvSpPr/>
                  <p:nvPr/>
                </p:nvSpPr>
                <p:spPr>
                  <a:xfrm>
                    <a:off x="3123048" y="457676"/>
                    <a:ext cx="2927351" cy="2906039"/>
                  </a:xfrm>
                  <a:prstGeom prst="rect">
                    <a:avLst/>
                  </a:prstGeom>
                  <a:solidFill>
                    <a:srgbClr val="FFFFFF">
                      <a:alpha val="74902"/>
                    </a:srgb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KR"/>
                  </a:p>
                </p:txBody>
              </p:sp>
              <p:cxnSp>
                <p:nvCxnSpPr>
                  <p:cNvPr id="27" name="Curved Connector 26">
                    <a:extLst>
                      <a:ext uri="{FF2B5EF4-FFF2-40B4-BE49-F238E27FC236}">
                        <a16:creationId xmlns:a16="http://schemas.microsoft.com/office/drawing/2014/main" id="{A2A00A74-D6F7-11CB-E6CC-C1E531A9274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>
                    <a:off x="1162790" y="741166"/>
                    <a:ext cx="1306969" cy="801666"/>
                  </a:xfrm>
                  <a:prstGeom prst="curvedConnector3">
                    <a:avLst/>
                  </a:prstGeom>
                  <a:ln>
                    <a:solidFill>
                      <a:srgbClr val="FF0000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9" name="TextBox 28">
                    <a:extLst>
                      <a:ext uri="{FF2B5EF4-FFF2-40B4-BE49-F238E27FC236}">
                        <a16:creationId xmlns:a16="http://schemas.microsoft.com/office/drawing/2014/main" id="{D073A4B2-A185-78AA-331C-E75CA1169BB9}"/>
                      </a:ext>
                    </a:extLst>
                  </p:cNvPr>
                  <p:cNvSpPr txBox="1"/>
                  <p:nvPr/>
                </p:nvSpPr>
                <p:spPr>
                  <a:xfrm>
                    <a:off x="1018978" y="-56976"/>
                    <a:ext cx="3155945" cy="54549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KR"/>
                      <a:t>Volume Density</a:t>
                    </a:r>
                  </a:p>
                </p:txBody>
              </p:sp>
            </p:grpSp>
            <p:grpSp>
              <p:nvGrpSpPr>
                <p:cNvPr id="38" name="Group 37">
                  <a:extLst>
                    <a:ext uri="{FF2B5EF4-FFF2-40B4-BE49-F238E27FC236}">
                      <a16:creationId xmlns:a16="http://schemas.microsoft.com/office/drawing/2014/main" id="{90DE80C7-D762-2592-6404-C298652CEB45}"/>
                    </a:ext>
                  </a:extLst>
                </p:cNvPr>
                <p:cNvGrpSpPr/>
                <p:nvPr/>
              </p:nvGrpSpPr>
              <p:grpSpPr>
                <a:xfrm>
                  <a:off x="5595650" y="1675251"/>
                  <a:ext cx="5842000" cy="2908547"/>
                  <a:chOff x="6517884" y="969984"/>
                  <a:chExt cx="5842000" cy="2908547"/>
                </a:xfrm>
              </p:grpSpPr>
              <p:pic>
                <p:nvPicPr>
                  <p:cNvPr id="7" name="Picture 6">
                    <a:extLst>
                      <a:ext uri="{FF2B5EF4-FFF2-40B4-BE49-F238E27FC236}">
                        <a16:creationId xmlns:a16="http://schemas.microsoft.com/office/drawing/2014/main" id="{F0569872-803D-98A1-122F-449E182C999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6517884" y="969984"/>
                    <a:ext cx="5842000" cy="1651000"/>
                  </a:xfrm>
                  <a:prstGeom prst="rect">
                    <a:avLst/>
                  </a:prstGeom>
                </p:spPr>
              </p:pic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12" name="TextBox 11">
                        <a:extLst>
                          <a:ext uri="{FF2B5EF4-FFF2-40B4-BE49-F238E27FC236}">
                            <a16:creationId xmlns:a16="http://schemas.microsoft.com/office/drawing/2014/main" id="{E87D0A56-04C8-B29E-F6C2-D9D1184FD67A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7307768" y="3026919"/>
                        <a:ext cx="845544" cy="461665"/>
                      </a:xfrm>
                      <a:prstGeom prst="rect">
                        <a:avLst/>
                      </a:prstGeom>
                      <a:solidFill>
                        <a:srgbClr val="FFFFFF">
                          <a:alpha val="60000"/>
                        </a:srgbClr>
                      </a:solidFill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2400" b="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p>
                                  <m:r>
                                    <a:rPr lang="en-US" sz="2400" b="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</m:oMath>
                          </m:oMathPara>
                        </a14:m>
                        <a:endParaRPr lang="en-KR" sz="2400"/>
                      </a:p>
                    </p:txBody>
                  </p:sp>
                </mc:Choice>
                <mc:Fallback>
                  <p:sp>
                    <p:nvSpPr>
                      <p:cNvPr id="12" name="TextBox 11">
                        <a:extLst>
                          <a:ext uri="{FF2B5EF4-FFF2-40B4-BE49-F238E27FC236}">
                            <a16:creationId xmlns:a16="http://schemas.microsoft.com/office/drawing/2014/main" id="{E87D0A56-04C8-B29E-F6C2-D9D1184FD67A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7307768" y="3026919"/>
                        <a:ext cx="845544" cy="461665"/>
                      </a:xfrm>
                      <a:prstGeom prst="rect">
                        <a:avLst/>
                      </a:prstGeom>
                      <a:blipFill>
                        <a:blip r:embed="rId4"/>
                        <a:stretch>
                          <a:fillRect b="-5263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KR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13" name="TextBox 12">
                        <a:extLst>
                          <a:ext uri="{FF2B5EF4-FFF2-40B4-BE49-F238E27FC236}">
                            <a16:creationId xmlns:a16="http://schemas.microsoft.com/office/drawing/2014/main" id="{15221239-6E57-070C-79D6-F149C2FF1BCE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8303762" y="3066055"/>
                        <a:ext cx="740370" cy="461665"/>
                      </a:xfrm>
                      <a:prstGeom prst="rect">
                        <a:avLst/>
                      </a:prstGeom>
                      <a:solidFill>
                        <a:srgbClr val="FFFFFF">
                          <a:alpha val="60000"/>
                        </a:srgbClr>
                      </a:solidFill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2400" b="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p>
                                  <m:r>
                                    <a:rPr lang="en-US" sz="2400" b="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</m:oMath>
                          </m:oMathPara>
                        </a14:m>
                        <a:endParaRPr lang="en-KR" sz="2400"/>
                      </a:p>
                    </p:txBody>
                  </p:sp>
                </mc:Choice>
                <mc:Fallback>
                  <p:sp>
                    <p:nvSpPr>
                      <p:cNvPr id="13" name="TextBox 12">
                        <a:extLst>
                          <a:ext uri="{FF2B5EF4-FFF2-40B4-BE49-F238E27FC236}">
                            <a16:creationId xmlns:a16="http://schemas.microsoft.com/office/drawing/2014/main" id="{15221239-6E57-070C-79D6-F149C2FF1BCE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8303762" y="3066055"/>
                        <a:ext cx="740370" cy="461665"/>
                      </a:xfrm>
                      <a:prstGeom prst="rect">
                        <a:avLst/>
                      </a:prstGeom>
                      <a:blipFill>
                        <a:blip r:embed="rId5"/>
                        <a:stretch>
                          <a:fillRect l="-5085" b="-13514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KR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14" name="TextBox 13">
                        <a:extLst>
                          <a:ext uri="{FF2B5EF4-FFF2-40B4-BE49-F238E27FC236}">
                            <a16:creationId xmlns:a16="http://schemas.microsoft.com/office/drawing/2014/main" id="{63192026-8B8B-8BD5-AA5E-123A3005A7B4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8992613" y="3293756"/>
                        <a:ext cx="498470" cy="584775"/>
                      </a:xfrm>
                      <a:prstGeom prst="rect">
                        <a:avLst/>
                      </a:prstGeom>
                      <a:solidFill>
                        <a:srgbClr val="FFFFFF">
                          <a:alpha val="60000"/>
                        </a:srgbClr>
                      </a:solidFill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3200" b="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m:oMathPara>
                        </a14:m>
                        <a:endParaRPr lang="en-KR" sz="3200"/>
                      </a:p>
                    </p:txBody>
                  </p:sp>
                </mc:Choice>
                <mc:Fallback>
                  <p:sp>
                    <p:nvSpPr>
                      <p:cNvPr id="14" name="TextBox 13">
                        <a:extLst>
                          <a:ext uri="{FF2B5EF4-FFF2-40B4-BE49-F238E27FC236}">
                            <a16:creationId xmlns:a16="http://schemas.microsoft.com/office/drawing/2014/main" id="{63192026-8B8B-8BD5-AA5E-123A3005A7B4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8992613" y="3293756"/>
                        <a:ext cx="498470" cy="584775"/>
                      </a:xfrm>
                      <a:prstGeom prst="rect">
                        <a:avLst/>
                      </a:prstGeom>
                      <a:blipFill>
                        <a:blip r:embed="rId6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KR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18" name="TextBox 17">
                        <a:extLst>
                          <a:ext uri="{FF2B5EF4-FFF2-40B4-BE49-F238E27FC236}">
                            <a16:creationId xmlns:a16="http://schemas.microsoft.com/office/drawing/2014/main" id="{DC4DB30B-2DF8-A103-00EB-84EFC258BAC1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712876" y="3233894"/>
                        <a:ext cx="518369" cy="584775"/>
                      </a:xfrm>
                      <a:prstGeom prst="rect">
                        <a:avLst/>
                      </a:prstGeom>
                      <a:solidFill>
                        <a:srgbClr val="FFFFFF">
                          <a:alpha val="60000"/>
                        </a:srgbClr>
                      </a:solidFill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sz="32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3200" b="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sz="3200" b="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  <m:sup>
                                  <m:r>
                                    <a:rPr lang="en-US" sz="3200" b="0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</m:oMath>
                          </m:oMathPara>
                        </a14:m>
                        <a:endParaRPr lang="en-KR" sz="3200"/>
                      </a:p>
                    </p:txBody>
                  </p:sp>
                </mc:Choice>
                <mc:Fallback>
                  <p:sp>
                    <p:nvSpPr>
                      <p:cNvPr id="18" name="TextBox 17">
                        <a:extLst>
                          <a:ext uri="{FF2B5EF4-FFF2-40B4-BE49-F238E27FC236}">
                            <a16:creationId xmlns:a16="http://schemas.microsoft.com/office/drawing/2014/main" id="{DC4DB30B-2DF8-A103-00EB-84EFC258BAC1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6712876" y="3233894"/>
                        <a:ext cx="518369" cy="584775"/>
                      </a:xfrm>
                      <a:prstGeom prst="rect">
                        <a:avLst/>
                      </a:prstGeom>
                      <a:blipFill>
                        <a:blip r:embed="rId7"/>
                        <a:stretch>
                          <a:fillRect l="-19512" r="-2439" b="-19149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KR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21" name="Left Arrow 20">
                    <a:extLst>
                      <a:ext uri="{FF2B5EF4-FFF2-40B4-BE49-F238E27FC236}">
                        <a16:creationId xmlns:a16="http://schemas.microsoft.com/office/drawing/2014/main" id="{F497EB96-4C14-FD6F-1DDF-98CB072CA014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7167959" y="2620984"/>
                    <a:ext cx="1876173" cy="156510"/>
                  </a:xfrm>
                  <a:prstGeom prst="leftArrow">
                    <a:avLst/>
                  </a:prstGeom>
                  <a:solidFill>
                    <a:srgbClr val="C000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KR"/>
                  </a:p>
                </p:txBody>
              </p:sp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22" name="TextBox 21">
                        <a:extLst>
                          <a:ext uri="{FF2B5EF4-FFF2-40B4-BE49-F238E27FC236}">
                            <a16:creationId xmlns:a16="http://schemas.microsoft.com/office/drawing/2014/main" id="{79D9B01D-B3FC-A5B4-D531-B1A45CB600C9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7449819" y="2209785"/>
                        <a:ext cx="486409" cy="461665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altLang="ko-KR" sz="2400" b="0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oMath>
                          </m:oMathPara>
                        </a14:m>
                        <a:endParaRPr lang="en-KR" sz="2400"/>
                      </a:p>
                    </p:txBody>
                  </p:sp>
                </mc:Choice>
                <mc:Fallback>
                  <p:sp>
                    <p:nvSpPr>
                      <p:cNvPr id="22" name="TextBox 21">
                        <a:extLst>
                          <a:ext uri="{FF2B5EF4-FFF2-40B4-BE49-F238E27FC236}">
                            <a16:creationId xmlns:a16="http://schemas.microsoft.com/office/drawing/2014/main" id="{79D9B01D-B3FC-A5B4-D531-B1A45CB600C9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7449819" y="2209785"/>
                        <a:ext cx="486409" cy="461665"/>
                      </a:xfrm>
                      <a:prstGeom prst="rect">
                        <a:avLst/>
                      </a:prstGeom>
                      <a:blipFill>
                        <a:blip r:embed="rId8"/>
                        <a:stretch>
                          <a:fillRect b="-8108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KR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23" name="TextBox 22">
                        <a:extLst>
                          <a:ext uri="{FF2B5EF4-FFF2-40B4-BE49-F238E27FC236}">
                            <a16:creationId xmlns:a16="http://schemas.microsoft.com/office/drawing/2014/main" id="{4E2B2544-5E19-84A2-3535-B7EDE7F08E4C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8501138" y="2214572"/>
                        <a:ext cx="397506" cy="461665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2400" b="0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oMath>
                          </m:oMathPara>
                        </a14:m>
                        <a:endParaRPr lang="en-KR" sz="3200"/>
                      </a:p>
                    </p:txBody>
                  </p:sp>
                </mc:Choice>
                <mc:Fallback>
                  <p:sp>
                    <p:nvSpPr>
                      <p:cNvPr id="23" name="TextBox 22">
                        <a:extLst>
                          <a:ext uri="{FF2B5EF4-FFF2-40B4-BE49-F238E27FC236}">
                            <a16:creationId xmlns:a16="http://schemas.microsoft.com/office/drawing/2014/main" id="{4E2B2544-5E19-84A2-3535-B7EDE7F08E4C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8501138" y="2214572"/>
                        <a:ext cx="397506" cy="461665"/>
                      </a:xfrm>
                      <a:prstGeom prst="rect">
                        <a:avLst/>
                      </a:prstGeom>
                      <a:blipFill>
                        <a:blip r:embed="rId9"/>
                        <a:stretch>
                          <a:fillRect l="-9375" r="-12500" b="-13158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KR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24" name="TextBox 23">
                        <a:extLst>
                          <a:ext uri="{FF2B5EF4-FFF2-40B4-BE49-F238E27FC236}">
                            <a16:creationId xmlns:a16="http://schemas.microsoft.com/office/drawing/2014/main" id="{2FB4EF2C-3953-E9E5-D38B-BEBAEB71CA1A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8969054" y="2367703"/>
                        <a:ext cx="498470" cy="584775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3200" b="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m:oMathPara>
                        </a14:m>
                        <a:endParaRPr lang="en-KR" sz="3200"/>
                      </a:p>
                    </p:txBody>
                  </p:sp>
                </mc:Choice>
                <mc:Fallback>
                  <p:sp>
                    <p:nvSpPr>
                      <p:cNvPr id="24" name="TextBox 23">
                        <a:extLst>
                          <a:ext uri="{FF2B5EF4-FFF2-40B4-BE49-F238E27FC236}">
                            <a16:creationId xmlns:a16="http://schemas.microsoft.com/office/drawing/2014/main" id="{2FB4EF2C-3953-E9E5-D38B-BEBAEB71CA1A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8969054" y="2367703"/>
                        <a:ext cx="498470" cy="584775"/>
                      </a:xfrm>
                      <a:prstGeom prst="rect">
                        <a:avLst/>
                      </a:prstGeom>
                      <a:blipFill>
                        <a:blip r:embed="rId10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KR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25" name="TextBox 24">
                        <a:extLst>
                          <a:ext uri="{FF2B5EF4-FFF2-40B4-BE49-F238E27FC236}">
                            <a16:creationId xmlns:a16="http://schemas.microsoft.com/office/drawing/2014/main" id="{FB8FA298-84B8-562A-8EAF-DEF9AC7B38F1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724667" y="2367703"/>
                        <a:ext cx="518369" cy="584775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32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b="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sz="3200" b="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KR" sz="3200"/>
                      </a:p>
                    </p:txBody>
                  </p:sp>
                </mc:Choice>
                <mc:Fallback>
                  <p:sp>
                    <p:nvSpPr>
                      <p:cNvPr id="25" name="TextBox 24">
                        <a:extLst>
                          <a:ext uri="{FF2B5EF4-FFF2-40B4-BE49-F238E27FC236}">
                            <a16:creationId xmlns:a16="http://schemas.microsoft.com/office/drawing/2014/main" id="{FB8FA298-84B8-562A-8EAF-DEF9AC7B38F1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6724667" y="2367703"/>
                        <a:ext cx="518369" cy="584775"/>
                      </a:xfrm>
                      <a:prstGeom prst="rect">
                        <a:avLst/>
                      </a:prstGeom>
                      <a:blipFill>
                        <a:blip r:embed="rId11"/>
                        <a:stretch>
                          <a:fillRect l="-16667" b="-21277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KR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35" name="Left Arrow 34">
                    <a:extLst>
                      <a:ext uri="{FF2B5EF4-FFF2-40B4-BE49-F238E27FC236}">
                        <a16:creationId xmlns:a16="http://schemas.microsoft.com/office/drawing/2014/main" id="{D7276650-4CF3-29D6-5142-AC710BDE2C9B}"/>
                      </a:ext>
                    </a:extLst>
                  </p:cNvPr>
                  <p:cNvSpPr/>
                  <p:nvPr/>
                </p:nvSpPr>
                <p:spPr>
                  <a:xfrm>
                    <a:off x="7215225" y="3510286"/>
                    <a:ext cx="1876173" cy="156510"/>
                  </a:xfrm>
                  <a:prstGeom prst="leftArrow">
                    <a:avLst/>
                  </a:prstGeom>
                  <a:solidFill>
                    <a:srgbClr val="C000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KR"/>
                  </a:p>
                </p:txBody>
              </p:sp>
            </p:grpSp>
          </p:grp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BE02EE98-3A15-CF61-02F8-87E9AD8B80C0}"/>
                  </a:ext>
                </a:extLst>
              </p:cNvPr>
              <p:cNvCxnSpPr/>
              <p:nvPr/>
            </p:nvCxnSpPr>
            <p:spPr>
              <a:xfrm>
                <a:off x="5285984" y="885895"/>
                <a:ext cx="0" cy="4025146"/>
              </a:xfrm>
              <a:prstGeom prst="line">
                <a:avLst/>
              </a:prstGeom>
              <a:ln>
                <a:prstDash val="dash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0DF6192C-11A1-B5E3-4916-215F5254007F}"/>
                    </a:ext>
                  </a:extLst>
                </p:cNvPr>
                <p:cNvSpPr txBox="1"/>
                <p:nvPr/>
              </p:nvSpPr>
              <p:spPr>
                <a:xfrm>
                  <a:off x="8615700" y="3171040"/>
                  <a:ext cx="1321196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2400"/>
                    <a:t>3D </a:t>
                  </a:r>
                  <a14:m>
                    <m:oMath xmlns:m="http://schemas.openxmlformats.org/officeDocument/2006/math">
                      <m:r>
                        <a:rPr lang="en-US" altLang="ko-KR" sz="2400" b="0" i="1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en-US" altLang="ko-KR" sz="2400"/>
                    <a:t> 2D</a:t>
                  </a:r>
                  <a:endParaRPr lang="en-KR" sz="2400"/>
                </a:p>
              </p:txBody>
            </p:sp>
          </mc:Choice>
          <mc:Fallback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0DF6192C-11A1-B5E3-4916-215F5254007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15700" y="3171040"/>
                  <a:ext cx="1321196" cy="461665"/>
                </a:xfrm>
                <a:prstGeom prst="rect">
                  <a:avLst/>
                </a:prstGeom>
                <a:blipFill>
                  <a:blip r:embed="rId12"/>
                  <a:stretch>
                    <a:fillRect l="-6667" t="-10526" r="-6667" b="-28947"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77F1EE58-9CE7-AAE4-668B-23F5659A7008}"/>
                    </a:ext>
                  </a:extLst>
                </p:cNvPr>
                <p:cNvSpPr txBox="1"/>
                <p:nvPr/>
              </p:nvSpPr>
              <p:spPr>
                <a:xfrm>
                  <a:off x="8615700" y="4065854"/>
                  <a:ext cx="1321196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2400"/>
                    <a:t>2D </a:t>
                  </a:r>
                  <a14:m>
                    <m:oMath xmlns:m="http://schemas.openxmlformats.org/officeDocument/2006/math">
                      <m:r>
                        <a:rPr lang="en-US" altLang="ko-KR" sz="2400" b="0" i="1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en-US" altLang="ko-KR" sz="2400"/>
                    <a:t> 3D</a:t>
                  </a:r>
                  <a:endParaRPr lang="en-KR" sz="2400"/>
                </a:p>
              </p:txBody>
            </p:sp>
          </mc:Choice>
          <mc:Fallback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77F1EE58-9CE7-AAE4-668B-23F5659A70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15700" y="4065854"/>
                  <a:ext cx="1321196" cy="461665"/>
                </a:xfrm>
                <a:prstGeom prst="rect">
                  <a:avLst/>
                </a:prstGeom>
                <a:blipFill>
                  <a:blip r:embed="rId13"/>
                  <a:stretch>
                    <a:fillRect l="-6667" t="-10811" r="-6667" b="-29730"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8756948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68D4B-6A42-16DC-2FCF-2F6B5AB9C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A827C55-34D9-2836-BD12-D954133D10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5894" y="57647"/>
            <a:ext cx="7772400" cy="1844001"/>
          </a:xfrm>
          <a:prstGeom prst="rect">
            <a:avLst/>
          </a:prstGeom>
        </p:spPr>
      </p:pic>
      <p:pic>
        <p:nvPicPr>
          <p:cNvPr id="4" name="Picture 3" descr="A diagram of a space&#10;&#10;AI-generated content may be incorrect.">
            <a:extLst>
              <a:ext uri="{FF2B5EF4-FFF2-40B4-BE49-F238E27FC236}">
                <a16:creationId xmlns:a16="http://schemas.microsoft.com/office/drawing/2014/main" id="{3B600808-9417-66B6-E086-6381C4074A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881719" y="258469"/>
            <a:ext cx="4267200" cy="24892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27E102A-0581-ADA6-BB21-EF573B26C9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5481" y="3676153"/>
            <a:ext cx="5562600" cy="312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82966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378D3E-4073-BA91-3A3A-27872A7B8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diagram of a space&#10;&#10;AI-generated content may be incorrect.">
            <a:extLst>
              <a:ext uri="{FF2B5EF4-FFF2-40B4-BE49-F238E27FC236}">
                <a16:creationId xmlns:a16="http://schemas.microsoft.com/office/drawing/2014/main" id="{D5BFAE4B-4340-0287-9754-A095FF4D32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810033" y="0"/>
            <a:ext cx="6999996" cy="4083331"/>
          </a:xfrm>
          <a:prstGeom prst="rect">
            <a:avLst/>
          </a:prstGeom>
        </p:spPr>
      </p:pic>
      <p:pic>
        <p:nvPicPr>
          <p:cNvPr id="17" name="Picture 2" descr="Visualization of Splatting">
            <a:extLst>
              <a:ext uri="{FF2B5EF4-FFF2-40B4-BE49-F238E27FC236}">
                <a16:creationId xmlns:a16="http://schemas.microsoft.com/office/drawing/2014/main" id="{D3008186-F78B-C480-AF1B-D0399C73DF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1939" y="3141663"/>
            <a:ext cx="6980061" cy="3716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4" descr="Surfel Attributes">
            <a:extLst>
              <a:ext uri="{FF2B5EF4-FFF2-40B4-BE49-F238E27FC236}">
                <a16:creationId xmlns:a16="http://schemas.microsoft.com/office/drawing/2014/main" id="{B398BC2C-A663-4431-D24C-09B4E75137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8275" y="0"/>
            <a:ext cx="5872294" cy="3000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13408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6FAA4-69BE-5A42-8C26-6E51B805E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A screenshot of a math test&#10;&#10;AI-generated content may be incorrect.">
            <a:extLst>
              <a:ext uri="{FF2B5EF4-FFF2-40B4-BE49-F238E27FC236}">
                <a16:creationId xmlns:a16="http://schemas.microsoft.com/office/drawing/2014/main" id="{9003DEEE-0F83-42CD-6EB7-D28B3156F4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080" y="373063"/>
            <a:ext cx="7747000" cy="2768600"/>
          </a:xfrm>
          <a:prstGeom prst="rect">
            <a:avLst/>
          </a:prstGeom>
        </p:spPr>
      </p:pic>
      <p:pic>
        <p:nvPicPr>
          <p:cNvPr id="5" name="Picture 4" descr="A text on a white background&#10;&#10;AI-generated content may be incorrect.">
            <a:extLst>
              <a:ext uri="{FF2B5EF4-FFF2-40B4-BE49-F238E27FC236}">
                <a16:creationId xmlns:a16="http://schemas.microsoft.com/office/drawing/2014/main" id="{7FA9D750-777D-75ED-CC31-F466E0FC53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677" y="3834785"/>
            <a:ext cx="7772400" cy="216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9268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1662A9-142B-FF86-9A87-CC3A200C7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paper with text on it&#10;&#10;AI-generated content may be incorrect.">
            <a:extLst>
              <a:ext uri="{FF2B5EF4-FFF2-40B4-BE49-F238E27FC236}">
                <a16:creationId xmlns:a16="http://schemas.microsoft.com/office/drawing/2014/main" id="{6220C7DC-9B8A-F26F-9D2A-0BAEBA6609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49" y="5109838"/>
            <a:ext cx="6035130" cy="6035130"/>
          </a:xfrm>
          <a:prstGeom prst="rect">
            <a:avLst/>
          </a:prstGeom>
        </p:spPr>
      </p:pic>
      <p:pic>
        <p:nvPicPr>
          <p:cNvPr id="15362" name="Picture 2" descr="Rasterization">
            <a:extLst>
              <a:ext uri="{FF2B5EF4-FFF2-40B4-BE49-F238E27FC236}">
                <a16:creationId xmlns:a16="http://schemas.microsoft.com/office/drawing/2014/main" id="{B562C39C-9FD6-01EF-7676-27398113C8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8742" y="2170578"/>
            <a:ext cx="4180270" cy="25168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9E162561-3EA1-5510-0590-D6D1E1B16E46}"/>
              </a:ext>
            </a:extLst>
          </p:cNvPr>
          <p:cNvGrpSpPr/>
          <p:nvPr/>
        </p:nvGrpSpPr>
        <p:grpSpPr>
          <a:xfrm>
            <a:off x="857249" y="-856221"/>
            <a:ext cx="8470431" cy="2815590"/>
            <a:chOff x="5092464" y="-922267"/>
            <a:chExt cx="8470431" cy="2815590"/>
          </a:xfrm>
        </p:grpSpPr>
        <p:pic>
          <p:nvPicPr>
            <p:cNvPr id="3" name="Picture 2" descr="A black and white image of a checkerboard&#10;&#10;AI-generated content may be incorrect.">
              <a:extLst>
                <a:ext uri="{FF2B5EF4-FFF2-40B4-BE49-F238E27FC236}">
                  <a16:creationId xmlns:a16="http://schemas.microsoft.com/office/drawing/2014/main" id="{7CBC24EF-0DA4-81B6-BAB1-7AF4B00D466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092464" y="-922267"/>
              <a:ext cx="4235216" cy="2813001"/>
            </a:xfrm>
            <a:prstGeom prst="rect">
              <a:avLst/>
            </a:prstGeom>
          </p:spPr>
        </p:pic>
        <p:pic>
          <p:nvPicPr>
            <p:cNvPr id="6" name="Picture 5" descr="A black and white checkered pattern&#10;&#10;AI-generated content may be incorrect.">
              <a:extLst>
                <a:ext uri="{FF2B5EF4-FFF2-40B4-BE49-F238E27FC236}">
                  <a16:creationId xmlns:a16="http://schemas.microsoft.com/office/drawing/2014/main" id="{FA0BE4C8-B625-78B9-CC57-A82484DD705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327680" y="-922267"/>
              <a:ext cx="4235215" cy="281559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E207C9A-9FFF-DD8B-F948-BB57C941A910}"/>
                </a:ext>
              </a:extLst>
            </p:cNvPr>
            <p:cNvSpPr txBox="1"/>
            <p:nvPr/>
          </p:nvSpPr>
          <p:spPr>
            <a:xfrm>
              <a:off x="9327680" y="-773413"/>
              <a:ext cx="11544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KR"/>
                <a:t>기대 결과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A69F1C6-EA44-8244-2098-216D4F5DD6E1}"/>
                </a:ext>
              </a:extLst>
            </p:cNvPr>
            <p:cNvSpPr txBox="1"/>
            <p:nvPr/>
          </p:nvSpPr>
          <p:spPr>
            <a:xfrm>
              <a:off x="5201032" y="-813690"/>
              <a:ext cx="11544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KR"/>
                <a:t>실제 결과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55733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10321</TotalTime>
  <Words>155</Words>
  <Application>Microsoft Macintosh PowerPoint</Application>
  <PresentationFormat>Widescreen</PresentationFormat>
  <Paragraphs>72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신경익</dc:creator>
  <cp:lastModifiedBy>신경익</cp:lastModifiedBy>
  <cp:revision>1</cp:revision>
  <dcterms:created xsi:type="dcterms:W3CDTF">2025-05-11T10:27:50Z</dcterms:created>
  <dcterms:modified xsi:type="dcterms:W3CDTF">2025-05-18T14:29:28Z</dcterms:modified>
</cp:coreProperties>
</file>